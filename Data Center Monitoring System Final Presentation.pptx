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4FC015-93C6-4472-A3D5-FD001B746DB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7E23ED-C857-4E70-BB32-F327CB0B7748}">
      <dgm:prSet/>
      <dgm:spPr/>
      <dgm:t>
        <a:bodyPr/>
        <a:lstStyle/>
        <a:p>
          <a:r>
            <a:rPr lang="en-US" b="1" i="0" baseline="0"/>
            <a:t>A comprehensive system doesn't just watch servers; it monitors four distinct areas:</a:t>
          </a:r>
          <a:endParaRPr lang="en-US"/>
        </a:p>
      </dgm:t>
    </dgm:pt>
    <dgm:pt modelId="{04917F93-BA64-40AD-AB64-D56CD5E942AC}" type="parTrans" cxnId="{51F61502-A71B-4D0D-9751-AF93B1F7A626}">
      <dgm:prSet/>
      <dgm:spPr/>
      <dgm:t>
        <a:bodyPr/>
        <a:lstStyle/>
        <a:p>
          <a:endParaRPr lang="en-US"/>
        </a:p>
      </dgm:t>
    </dgm:pt>
    <dgm:pt modelId="{865902CD-FB11-44C1-93CC-47944ACB21E2}" type="sibTrans" cxnId="{51F61502-A71B-4D0D-9751-AF93B1F7A626}">
      <dgm:prSet/>
      <dgm:spPr/>
      <dgm:t>
        <a:bodyPr/>
        <a:lstStyle/>
        <a:p>
          <a:endParaRPr lang="en-US"/>
        </a:p>
      </dgm:t>
    </dgm:pt>
    <dgm:pt modelId="{DC99933F-BF6D-46BC-9CF2-91B6F879F22B}">
      <dgm:prSet/>
      <dgm:spPr/>
      <dgm:t>
        <a:bodyPr/>
        <a:lstStyle/>
        <a:p>
          <a:r>
            <a:rPr lang="en-US" b="1" i="0" baseline="0"/>
            <a:t>IT Infrastructure:</a:t>
          </a:r>
          <a:r>
            <a:rPr lang="en-US" b="0" i="0" baseline="0"/>
            <a:t> Tracks server health (CPU, RAM, storage), virtual machines (VMs), and application performance to prevent crashes.</a:t>
          </a:r>
          <a:endParaRPr lang="en-US"/>
        </a:p>
      </dgm:t>
    </dgm:pt>
    <dgm:pt modelId="{60BA4A53-87F6-4004-9C5C-FC432F3C0231}" type="parTrans" cxnId="{2B02ABC0-B0CE-412A-A079-5E82AD7A8BA6}">
      <dgm:prSet/>
      <dgm:spPr/>
      <dgm:t>
        <a:bodyPr/>
        <a:lstStyle/>
        <a:p>
          <a:endParaRPr lang="en-US"/>
        </a:p>
      </dgm:t>
    </dgm:pt>
    <dgm:pt modelId="{32BCE94B-7BC8-4380-B060-E7B06E0C4F02}" type="sibTrans" cxnId="{2B02ABC0-B0CE-412A-A079-5E82AD7A8BA6}">
      <dgm:prSet/>
      <dgm:spPr/>
      <dgm:t>
        <a:bodyPr/>
        <a:lstStyle/>
        <a:p>
          <a:endParaRPr lang="en-US"/>
        </a:p>
      </dgm:t>
    </dgm:pt>
    <dgm:pt modelId="{596E9FAF-FDDB-43DC-BFEB-4274A01A65A5}">
      <dgm:prSet/>
      <dgm:spPr/>
      <dgm:t>
        <a:bodyPr/>
        <a:lstStyle/>
        <a:p>
          <a:r>
            <a:rPr lang="en-US" b="1" i="0" baseline="0"/>
            <a:t>Power &amp; Energy:</a:t>
          </a:r>
          <a:r>
            <a:rPr lang="en-US" b="0" i="0" baseline="0"/>
            <a:t> Monitors UPS (Uninterruptible Power Supply), PDUs (Power Distribution Units), and backup generators. It calculates </a:t>
          </a:r>
          <a:r>
            <a:rPr lang="en-US" b="1" i="0" baseline="0"/>
            <a:t>PUE (Power Usage Effectiveness)</a:t>
          </a:r>
          <a:r>
            <a:rPr lang="en-US" b="0" i="0" baseline="0"/>
            <a:t> to measure efficiency.</a:t>
          </a:r>
          <a:endParaRPr lang="en-US"/>
        </a:p>
      </dgm:t>
    </dgm:pt>
    <dgm:pt modelId="{4AE7439E-7A74-4AF3-996D-6F01FD774D5D}" type="parTrans" cxnId="{7DE90A39-B6CC-49F4-86EE-A220F790E82C}">
      <dgm:prSet/>
      <dgm:spPr/>
      <dgm:t>
        <a:bodyPr/>
        <a:lstStyle/>
        <a:p>
          <a:endParaRPr lang="en-US"/>
        </a:p>
      </dgm:t>
    </dgm:pt>
    <dgm:pt modelId="{EA30B749-20C4-48BA-9694-9B5ECF6479FD}" type="sibTrans" cxnId="{7DE90A39-B6CC-49F4-86EE-A220F790E82C}">
      <dgm:prSet/>
      <dgm:spPr/>
      <dgm:t>
        <a:bodyPr/>
        <a:lstStyle/>
        <a:p>
          <a:endParaRPr lang="en-US"/>
        </a:p>
      </dgm:t>
    </dgm:pt>
    <dgm:pt modelId="{00875868-DBED-4CF0-9D07-90D91EFB5FEB}">
      <dgm:prSet/>
      <dgm:spPr/>
      <dgm:t>
        <a:bodyPr/>
        <a:lstStyle/>
        <a:p>
          <a:r>
            <a:rPr lang="en-US" b="1" i="0" baseline="0"/>
            <a:t>Environmental Conditions:</a:t>
          </a:r>
          <a:r>
            <a:rPr lang="en-US" b="0" i="0" baseline="0"/>
            <a:t> Uses sensors to track temperature, humidity, airflow, and "liquid leaks" to prevent hardware damage from overheating or moisture.</a:t>
          </a:r>
          <a:endParaRPr lang="en-US"/>
        </a:p>
      </dgm:t>
    </dgm:pt>
    <dgm:pt modelId="{F6BD4E63-EA24-43E3-A7F1-B375B0A5B175}" type="parTrans" cxnId="{22472C89-F700-438A-B287-429398F636E7}">
      <dgm:prSet/>
      <dgm:spPr/>
      <dgm:t>
        <a:bodyPr/>
        <a:lstStyle/>
        <a:p>
          <a:endParaRPr lang="en-US"/>
        </a:p>
      </dgm:t>
    </dgm:pt>
    <dgm:pt modelId="{8A397A8F-DE4E-4379-9027-1413620B5639}" type="sibTrans" cxnId="{22472C89-F700-438A-B287-429398F636E7}">
      <dgm:prSet/>
      <dgm:spPr/>
      <dgm:t>
        <a:bodyPr/>
        <a:lstStyle/>
        <a:p>
          <a:endParaRPr lang="en-US"/>
        </a:p>
      </dgm:t>
    </dgm:pt>
    <dgm:pt modelId="{5E4F0E51-4ADD-40F3-9967-C7029A8BFB6A}">
      <dgm:prSet/>
      <dgm:spPr/>
      <dgm:t>
        <a:bodyPr/>
        <a:lstStyle/>
        <a:p>
          <a:r>
            <a:rPr lang="en-US" b="1" i="0" baseline="0"/>
            <a:t>Security (Physical &amp; Cyber):</a:t>
          </a:r>
          <a:r>
            <a:rPr lang="en-US" b="0" i="0" baseline="0"/>
            <a:t> Includes rack door sensors, CCTV, and biometric access logs, alongside digital monitoring for unauthorized network intrusions.</a:t>
          </a:r>
          <a:endParaRPr lang="en-US"/>
        </a:p>
      </dgm:t>
    </dgm:pt>
    <dgm:pt modelId="{6AFD3929-8493-440C-9DA4-8A13DA5DCEB2}" type="parTrans" cxnId="{1EF2CAD7-0C34-4D17-80D5-EEF4B49C4DBD}">
      <dgm:prSet/>
      <dgm:spPr/>
      <dgm:t>
        <a:bodyPr/>
        <a:lstStyle/>
        <a:p>
          <a:endParaRPr lang="en-US"/>
        </a:p>
      </dgm:t>
    </dgm:pt>
    <dgm:pt modelId="{1C31FD1F-A76F-4A2B-AE0F-0D0826A22100}" type="sibTrans" cxnId="{1EF2CAD7-0C34-4D17-80D5-EEF4B49C4DBD}">
      <dgm:prSet/>
      <dgm:spPr/>
      <dgm:t>
        <a:bodyPr/>
        <a:lstStyle/>
        <a:p>
          <a:endParaRPr lang="en-US"/>
        </a:p>
      </dgm:t>
    </dgm:pt>
    <dgm:pt modelId="{6ACA92EE-6B98-46FA-8978-1E850304B762}" type="pres">
      <dgm:prSet presAssocID="{124FC015-93C6-4472-A3D5-FD001B746DB0}" presName="linear" presStyleCnt="0">
        <dgm:presLayoutVars>
          <dgm:animLvl val="lvl"/>
          <dgm:resizeHandles val="exact"/>
        </dgm:presLayoutVars>
      </dgm:prSet>
      <dgm:spPr/>
    </dgm:pt>
    <dgm:pt modelId="{B7042FA5-D310-4871-BCF3-04DC5FBEC2DA}" type="pres">
      <dgm:prSet presAssocID="{C57E23ED-C857-4E70-BB32-F327CB0B774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F8F52E-38CC-4F05-88D4-1B550D8BAEC6}" type="pres">
      <dgm:prSet presAssocID="{C57E23ED-C857-4E70-BB32-F327CB0B774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1F61502-A71B-4D0D-9751-AF93B1F7A626}" srcId="{124FC015-93C6-4472-A3D5-FD001B746DB0}" destId="{C57E23ED-C857-4E70-BB32-F327CB0B7748}" srcOrd="0" destOrd="0" parTransId="{04917F93-BA64-40AD-AB64-D56CD5E942AC}" sibTransId="{865902CD-FB11-44C1-93CC-47944ACB21E2}"/>
    <dgm:cxn modelId="{CF41882B-5085-4133-A209-A5259E1866A6}" type="presOf" srcId="{00875868-DBED-4CF0-9D07-90D91EFB5FEB}" destId="{EEF8F52E-38CC-4F05-88D4-1B550D8BAEC6}" srcOrd="0" destOrd="2" presId="urn:microsoft.com/office/officeart/2005/8/layout/vList2"/>
    <dgm:cxn modelId="{7DE90A39-B6CC-49F4-86EE-A220F790E82C}" srcId="{C57E23ED-C857-4E70-BB32-F327CB0B7748}" destId="{596E9FAF-FDDB-43DC-BFEB-4274A01A65A5}" srcOrd="1" destOrd="0" parTransId="{4AE7439E-7A74-4AF3-996D-6F01FD774D5D}" sibTransId="{EA30B749-20C4-48BA-9694-9B5ECF6479FD}"/>
    <dgm:cxn modelId="{97A82060-F615-4065-BCDF-42F6D558788D}" type="presOf" srcId="{C57E23ED-C857-4E70-BB32-F327CB0B7748}" destId="{B7042FA5-D310-4871-BCF3-04DC5FBEC2DA}" srcOrd="0" destOrd="0" presId="urn:microsoft.com/office/officeart/2005/8/layout/vList2"/>
    <dgm:cxn modelId="{20719B88-D96C-4D10-8666-7FC295BCBA22}" type="presOf" srcId="{DC99933F-BF6D-46BC-9CF2-91B6F879F22B}" destId="{EEF8F52E-38CC-4F05-88D4-1B550D8BAEC6}" srcOrd="0" destOrd="0" presId="urn:microsoft.com/office/officeart/2005/8/layout/vList2"/>
    <dgm:cxn modelId="{54EDD688-8236-430F-9946-86B7E9561A8B}" type="presOf" srcId="{5E4F0E51-4ADD-40F3-9967-C7029A8BFB6A}" destId="{EEF8F52E-38CC-4F05-88D4-1B550D8BAEC6}" srcOrd="0" destOrd="3" presId="urn:microsoft.com/office/officeart/2005/8/layout/vList2"/>
    <dgm:cxn modelId="{22472C89-F700-438A-B287-429398F636E7}" srcId="{C57E23ED-C857-4E70-BB32-F327CB0B7748}" destId="{00875868-DBED-4CF0-9D07-90D91EFB5FEB}" srcOrd="2" destOrd="0" parTransId="{F6BD4E63-EA24-43E3-A7F1-B375B0A5B175}" sibTransId="{8A397A8F-DE4E-4379-9027-1413620B5639}"/>
    <dgm:cxn modelId="{2B02ABC0-B0CE-412A-A079-5E82AD7A8BA6}" srcId="{C57E23ED-C857-4E70-BB32-F327CB0B7748}" destId="{DC99933F-BF6D-46BC-9CF2-91B6F879F22B}" srcOrd="0" destOrd="0" parTransId="{60BA4A53-87F6-4004-9C5C-FC432F3C0231}" sibTransId="{32BCE94B-7BC8-4380-B060-E7B06E0C4F02}"/>
    <dgm:cxn modelId="{2C6745C8-7C51-4E13-BBE5-2D9BAD5E16D0}" type="presOf" srcId="{124FC015-93C6-4472-A3D5-FD001B746DB0}" destId="{6ACA92EE-6B98-46FA-8978-1E850304B762}" srcOrd="0" destOrd="0" presId="urn:microsoft.com/office/officeart/2005/8/layout/vList2"/>
    <dgm:cxn modelId="{1EF2CAD7-0C34-4D17-80D5-EEF4B49C4DBD}" srcId="{C57E23ED-C857-4E70-BB32-F327CB0B7748}" destId="{5E4F0E51-4ADD-40F3-9967-C7029A8BFB6A}" srcOrd="3" destOrd="0" parTransId="{6AFD3929-8493-440C-9DA4-8A13DA5DCEB2}" sibTransId="{1C31FD1F-A76F-4A2B-AE0F-0D0826A22100}"/>
    <dgm:cxn modelId="{BD69E3DC-2B02-4518-A0A8-2905C3E94DD3}" type="presOf" srcId="{596E9FAF-FDDB-43DC-BFEB-4274A01A65A5}" destId="{EEF8F52E-38CC-4F05-88D4-1B550D8BAEC6}" srcOrd="0" destOrd="1" presId="urn:microsoft.com/office/officeart/2005/8/layout/vList2"/>
    <dgm:cxn modelId="{85271DDA-F256-4C7B-85C1-AE453C223045}" type="presParOf" srcId="{6ACA92EE-6B98-46FA-8978-1E850304B762}" destId="{B7042FA5-D310-4871-BCF3-04DC5FBEC2DA}" srcOrd="0" destOrd="0" presId="urn:microsoft.com/office/officeart/2005/8/layout/vList2"/>
    <dgm:cxn modelId="{1FAF0C41-B082-43BF-83FF-5CFE155D602D}" type="presParOf" srcId="{6ACA92EE-6B98-46FA-8978-1E850304B762}" destId="{EEF8F52E-38CC-4F05-88D4-1B550D8BAEC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E510FD-6FE5-439F-B68F-9DA9BC0CD5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ABD329-7B83-4DE6-AC65-38223CE70CFD}">
      <dgm:prSet/>
      <dgm:spPr/>
      <dgm:t>
        <a:bodyPr/>
        <a:lstStyle/>
        <a:p>
          <a:r>
            <a:rPr lang="en-US" b="1" i="0" baseline="0"/>
            <a:t>Data Collection:</a:t>
          </a:r>
          <a:r>
            <a:rPr lang="en-US" b="0" i="0" baseline="0"/>
            <a:t> Physical sensors (thermal, humidity) and software protocols (SNMP, Modbus) gather raw data from every device.</a:t>
          </a:r>
          <a:endParaRPr lang="en-US"/>
        </a:p>
      </dgm:t>
    </dgm:pt>
    <dgm:pt modelId="{C0D33C78-D382-48E1-9A3E-457F94F6DE98}" type="parTrans" cxnId="{EEC84D4F-56AF-4049-B23C-2DA00BFF2BCB}">
      <dgm:prSet/>
      <dgm:spPr/>
      <dgm:t>
        <a:bodyPr/>
        <a:lstStyle/>
        <a:p>
          <a:endParaRPr lang="en-US"/>
        </a:p>
      </dgm:t>
    </dgm:pt>
    <dgm:pt modelId="{9A1FC154-0161-4A4A-AC5E-9BBE592BD405}" type="sibTrans" cxnId="{EEC84D4F-56AF-4049-B23C-2DA00BFF2BCB}">
      <dgm:prSet/>
      <dgm:spPr/>
      <dgm:t>
        <a:bodyPr/>
        <a:lstStyle/>
        <a:p>
          <a:endParaRPr lang="en-US"/>
        </a:p>
      </dgm:t>
    </dgm:pt>
    <dgm:pt modelId="{3B0008B0-41E4-4697-A20B-5EEEEDDAE58E}">
      <dgm:prSet/>
      <dgm:spPr/>
      <dgm:t>
        <a:bodyPr/>
        <a:lstStyle/>
        <a:p>
          <a:r>
            <a:rPr lang="en-US" b="1" i="0" baseline="0"/>
            <a:t>Centralization:</a:t>
          </a:r>
          <a:r>
            <a:rPr lang="en-US" b="0" i="0" baseline="0"/>
            <a:t> This data is sent to a </a:t>
          </a:r>
          <a:r>
            <a:rPr lang="en-US" b="1" i="0" baseline="0"/>
            <a:t>DCIM (Data Center Infrastructure Management)</a:t>
          </a:r>
          <a:r>
            <a:rPr lang="en-US" b="0" i="0" baseline="0"/>
            <a:t> software platform.</a:t>
          </a:r>
          <a:endParaRPr lang="en-US"/>
        </a:p>
      </dgm:t>
    </dgm:pt>
    <dgm:pt modelId="{B9EAA407-9D28-42BF-A4D0-71E4E4D253AD}" type="parTrans" cxnId="{39B513ED-07CD-4350-B78B-499BB5800C2C}">
      <dgm:prSet/>
      <dgm:spPr/>
      <dgm:t>
        <a:bodyPr/>
        <a:lstStyle/>
        <a:p>
          <a:endParaRPr lang="en-US"/>
        </a:p>
      </dgm:t>
    </dgm:pt>
    <dgm:pt modelId="{C70887FA-ADC8-4F81-A592-014435B49E62}" type="sibTrans" cxnId="{39B513ED-07CD-4350-B78B-499BB5800C2C}">
      <dgm:prSet/>
      <dgm:spPr/>
      <dgm:t>
        <a:bodyPr/>
        <a:lstStyle/>
        <a:p>
          <a:endParaRPr lang="en-US"/>
        </a:p>
      </dgm:t>
    </dgm:pt>
    <dgm:pt modelId="{E501EE32-2734-431F-A01C-8608F5E6A03F}">
      <dgm:prSet/>
      <dgm:spPr/>
      <dgm:t>
        <a:bodyPr/>
        <a:lstStyle/>
        <a:p>
          <a:r>
            <a:rPr lang="en-US" b="1" i="0" baseline="0"/>
            <a:t>Visualization:</a:t>
          </a:r>
          <a:r>
            <a:rPr lang="en-US" b="0" i="0" baseline="0"/>
            <a:t> Data is displayed on real-time dashboards (like the image I created for you) using 2D or 3D floor maps.</a:t>
          </a:r>
          <a:endParaRPr lang="en-US"/>
        </a:p>
      </dgm:t>
    </dgm:pt>
    <dgm:pt modelId="{A46BCB7C-D2B1-431D-A95F-CD5DCE3A2D48}" type="parTrans" cxnId="{C2BF6DE9-9EF6-47A7-8966-F26221EF2277}">
      <dgm:prSet/>
      <dgm:spPr/>
      <dgm:t>
        <a:bodyPr/>
        <a:lstStyle/>
        <a:p>
          <a:endParaRPr lang="en-US"/>
        </a:p>
      </dgm:t>
    </dgm:pt>
    <dgm:pt modelId="{3D882B96-80CB-46E1-A7BD-B713AC9CD2F3}" type="sibTrans" cxnId="{C2BF6DE9-9EF6-47A7-8966-F26221EF2277}">
      <dgm:prSet/>
      <dgm:spPr/>
      <dgm:t>
        <a:bodyPr/>
        <a:lstStyle/>
        <a:p>
          <a:endParaRPr lang="en-US"/>
        </a:p>
      </dgm:t>
    </dgm:pt>
    <dgm:pt modelId="{8A134BAB-4F50-4F79-9495-9F95555F0A8A}">
      <dgm:prSet/>
      <dgm:spPr/>
      <dgm:t>
        <a:bodyPr/>
        <a:lstStyle/>
        <a:p>
          <a:r>
            <a:rPr lang="en-US" b="1" i="0" baseline="0"/>
            <a:t>Alerting:</a:t>
          </a:r>
          <a:r>
            <a:rPr lang="en-US" b="0" i="0" baseline="0"/>
            <a:t> If a metric crosses a "threshold" (e.g., a server rack gets too hot), the system sends instant alerts via SMS, email, or Slack.</a:t>
          </a:r>
          <a:endParaRPr lang="en-US"/>
        </a:p>
      </dgm:t>
    </dgm:pt>
    <dgm:pt modelId="{1B49FD39-9A4B-4EC6-9B3E-6ABECA58F1A3}" type="parTrans" cxnId="{22188E77-DC40-410C-B4DF-3F4C78A596FC}">
      <dgm:prSet/>
      <dgm:spPr/>
      <dgm:t>
        <a:bodyPr/>
        <a:lstStyle/>
        <a:p>
          <a:endParaRPr lang="en-US"/>
        </a:p>
      </dgm:t>
    </dgm:pt>
    <dgm:pt modelId="{076B8197-DE84-4BB6-8860-DFA4319190B6}" type="sibTrans" cxnId="{22188E77-DC40-410C-B4DF-3F4C78A596FC}">
      <dgm:prSet/>
      <dgm:spPr/>
      <dgm:t>
        <a:bodyPr/>
        <a:lstStyle/>
        <a:p>
          <a:endParaRPr lang="en-US"/>
        </a:p>
      </dgm:t>
    </dgm:pt>
    <dgm:pt modelId="{EC2D99E0-50D2-47F5-B974-D84A95E95268}" type="pres">
      <dgm:prSet presAssocID="{48E510FD-6FE5-439F-B68F-9DA9BC0CD51F}" presName="root" presStyleCnt="0">
        <dgm:presLayoutVars>
          <dgm:dir/>
          <dgm:resizeHandles val="exact"/>
        </dgm:presLayoutVars>
      </dgm:prSet>
      <dgm:spPr/>
    </dgm:pt>
    <dgm:pt modelId="{93F82A7A-6AF1-4445-8341-C4CBC6ED7B30}" type="pres">
      <dgm:prSet presAssocID="{42ABD329-7B83-4DE6-AC65-38223CE70CFD}" presName="compNode" presStyleCnt="0"/>
      <dgm:spPr/>
    </dgm:pt>
    <dgm:pt modelId="{FA52194F-077E-47AD-A16F-61CAB714B4B8}" type="pres">
      <dgm:prSet presAssocID="{42ABD329-7B83-4DE6-AC65-38223CE70CFD}" presName="bgRect" presStyleLbl="bgShp" presStyleIdx="0" presStyleCnt="4"/>
      <dgm:spPr/>
    </dgm:pt>
    <dgm:pt modelId="{14D6B2C2-1C65-4EAC-8BD2-3441A5B85C77}" type="pres">
      <dgm:prSet presAssocID="{42ABD329-7B83-4DE6-AC65-38223CE70CF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9C093C8C-93D0-4CEA-A66F-C2A9AE247B2F}" type="pres">
      <dgm:prSet presAssocID="{42ABD329-7B83-4DE6-AC65-38223CE70CFD}" presName="spaceRect" presStyleCnt="0"/>
      <dgm:spPr/>
    </dgm:pt>
    <dgm:pt modelId="{D922E8BE-4DD2-4818-A70A-3E5979FB0610}" type="pres">
      <dgm:prSet presAssocID="{42ABD329-7B83-4DE6-AC65-38223CE70CFD}" presName="parTx" presStyleLbl="revTx" presStyleIdx="0" presStyleCnt="4">
        <dgm:presLayoutVars>
          <dgm:chMax val="0"/>
          <dgm:chPref val="0"/>
        </dgm:presLayoutVars>
      </dgm:prSet>
      <dgm:spPr/>
    </dgm:pt>
    <dgm:pt modelId="{E346DE32-5A7B-409A-9360-FE26E9581566}" type="pres">
      <dgm:prSet presAssocID="{9A1FC154-0161-4A4A-AC5E-9BBE592BD405}" presName="sibTrans" presStyleCnt="0"/>
      <dgm:spPr/>
    </dgm:pt>
    <dgm:pt modelId="{0CF2ECF2-D46F-4B30-8398-78A433970F2C}" type="pres">
      <dgm:prSet presAssocID="{3B0008B0-41E4-4697-A20B-5EEEEDDAE58E}" presName="compNode" presStyleCnt="0"/>
      <dgm:spPr/>
    </dgm:pt>
    <dgm:pt modelId="{2C05C161-17DA-434F-A733-FB60D277BAA4}" type="pres">
      <dgm:prSet presAssocID="{3B0008B0-41E4-4697-A20B-5EEEEDDAE58E}" presName="bgRect" presStyleLbl="bgShp" presStyleIdx="1" presStyleCnt="4"/>
      <dgm:spPr/>
    </dgm:pt>
    <dgm:pt modelId="{EBDC8658-C531-4D5A-92CB-48CFCFC20303}" type="pres">
      <dgm:prSet presAssocID="{3B0008B0-41E4-4697-A20B-5EEEEDDAE5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90A2B78-2D3C-4CCF-94D5-817779C848AB}" type="pres">
      <dgm:prSet presAssocID="{3B0008B0-41E4-4697-A20B-5EEEEDDAE58E}" presName="spaceRect" presStyleCnt="0"/>
      <dgm:spPr/>
    </dgm:pt>
    <dgm:pt modelId="{D898D727-AF74-4C48-B189-0AC89DE8427A}" type="pres">
      <dgm:prSet presAssocID="{3B0008B0-41E4-4697-A20B-5EEEEDDAE58E}" presName="parTx" presStyleLbl="revTx" presStyleIdx="1" presStyleCnt="4">
        <dgm:presLayoutVars>
          <dgm:chMax val="0"/>
          <dgm:chPref val="0"/>
        </dgm:presLayoutVars>
      </dgm:prSet>
      <dgm:spPr/>
    </dgm:pt>
    <dgm:pt modelId="{6EB5A81D-2DDB-43A4-80B7-107D96139B13}" type="pres">
      <dgm:prSet presAssocID="{C70887FA-ADC8-4F81-A592-014435B49E62}" presName="sibTrans" presStyleCnt="0"/>
      <dgm:spPr/>
    </dgm:pt>
    <dgm:pt modelId="{B4178730-7910-4386-A9DF-AAA76E89A0B1}" type="pres">
      <dgm:prSet presAssocID="{E501EE32-2734-431F-A01C-8608F5E6A03F}" presName="compNode" presStyleCnt="0"/>
      <dgm:spPr/>
    </dgm:pt>
    <dgm:pt modelId="{86A342E0-75BC-4C54-AA2B-F50F654427A6}" type="pres">
      <dgm:prSet presAssocID="{E501EE32-2734-431F-A01C-8608F5E6A03F}" presName="bgRect" presStyleLbl="bgShp" presStyleIdx="2" presStyleCnt="4"/>
      <dgm:spPr/>
    </dgm:pt>
    <dgm:pt modelId="{4BBBAF0C-E7D7-49C8-BAF0-AD2AFECEE6B4}" type="pres">
      <dgm:prSet presAssocID="{E501EE32-2734-431F-A01C-8608F5E6A0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A610009-FA11-4080-8A87-53D4E7CC25FB}" type="pres">
      <dgm:prSet presAssocID="{E501EE32-2734-431F-A01C-8608F5E6A03F}" presName="spaceRect" presStyleCnt="0"/>
      <dgm:spPr/>
    </dgm:pt>
    <dgm:pt modelId="{9C077A2A-6025-42AE-82F8-00A722B15B31}" type="pres">
      <dgm:prSet presAssocID="{E501EE32-2734-431F-A01C-8608F5E6A03F}" presName="parTx" presStyleLbl="revTx" presStyleIdx="2" presStyleCnt="4">
        <dgm:presLayoutVars>
          <dgm:chMax val="0"/>
          <dgm:chPref val="0"/>
        </dgm:presLayoutVars>
      </dgm:prSet>
      <dgm:spPr/>
    </dgm:pt>
    <dgm:pt modelId="{D70CBB02-8D8A-4548-92D5-91736C5BD7F5}" type="pres">
      <dgm:prSet presAssocID="{3D882B96-80CB-46E1-A7BD-B713AC9CD2F3}" presName="sibTrans" presStyleCnt="0"/>
      <dgm:spPr/>
    </dgm:pt>
    <dgm:pt modelId="{C4269E2D-8B1E-46C7-A0AC-5037056DE7B4}" type="pres">
      <dgm:prSet presAssocID="{8A134BAB-4F50-4F79-9495-9F95555F0A8A}" presName="compNode" presStyleCnt="0"/>
      <dgm:spPr/>
    </dgm:pt>
    <dgm:pt modelId="{9DE08646-997A-456E-BCCE-2F31829ADDFC}" type="pres">
      <dgm:prSet presAssocID="{8A134BAB-4F50-4F79-9495-9F95555F0A8A}" presName="bgRect" presStyleLbl="bgShp" presStyleIdx="3" presStyleCnt="4"/>
      <dgm:spPr/>
    </dgm:pt>
    <dgm:pt modelId="{F0CDF392-C0B9-4F6A-898A-7CE74E1EA8CD}" type="pres">
      <dgm:prSet presAssocID="{8A134BAB-4F50-4F79-9495-9F95555F0A8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nnis racket and ball"/>
        </a:ext>
      </dgm:extLst>
    </dgm:pt>
    <dgm:pt modelId="{C1F8C78C-665B-4FE4-AB0D-CF615E930421}" type="pres">
      <dgm:prSet presAssocID="{8A134BAB-4F50-4F79-9495-9F95555F0A8A}" presName="spaceRect" presStyleCnt="0"/>
      <dgm:spPr/>
    </dgm:pt>
    <dgm:pt modelId="{972C5BA5-FC6E-4AD0-895F-CD8E8624CE89}" type="pres">
      <dgm:prSet presAssocID="{8A134BAB-4F50-4F79-9495-9F95555F0A8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2C722C-8575-47E9-8581-DBE3D84DFE2B}" type="presOf" srcId="{8A134BAB-4F50-4F79-9495-9F95555F0A8A}" destId="{972C5BA5-FC6E-4AD0-895F-CD8E8624CE89}" srcOrd="0" destOrd="0" presId="urn:microsoft.com/office/officeart/2018/2/layout/IconVerticalSolidList"/>
    <dgm:cxn modelId="{F59F0931-9E79-42E2-9474-8EBCB9396D65}" type="presOf" srcId="{E501EE32-2734-431F-A01C-8608F5E6A03F}" destId="{9C077A2A-6025-42AE-82F8-00A722B15B31}" srcOrd="0" destOrd="0" presId="urn:microsoft.com/office/officeart/2018/2/layout/IconVerticalSolidList"/>
    <dgm:cxn modelId="{BA877C4B-183F-47C6-9D6D-A7C50AC64C9D}" type="presOf" srcId="{42ABD329-7B83-4DE6-AC65-38223CE70CFD}" destId="{D922E8BE-4DD2-4818-A70A-3E5979FB0610}" srcOrd="0" destOrd="0" presId="urn:microsoft.com/office/officeart/2018/2/layout/IconVerticalSolidList"/>
    <dgm:cxn modelId="{EEC84D4F-56AF-4049-B23C-2DA00BFF2BCB}" srcId="{48E510FD-6FE5-439F-B68F-9DA9BC0CD51F}" destId="{42ABD329-7B83-4DE6-AC65-38223CE70CFD}" srcOrd="0" destOrd="0" parTransId="{C0D33C78-D382-48E1-9A3E-457F94F6DE98}" sibTransId="{9A1FC154-0161-4A4A-AC5E-9BBE592BD405}"/>
    <dgm:cxn modelId="{22188E77-DC40-410C-B4DF-3F4C78A596FC}" srcId="{48E510FD-6FE5-439F-B68F-9DA9BC0CD51F}" destId="{8A134BAB-4F50-4F79-9495-9F95555F0A8A}" srcOrd="3" destOrd="0" parTransId="{1B49FD39-9A4B-4EC6-9B3E-6ABECA58F1A3}" sibTransId="{076B8197-DE84-4BB6-8860-DFA4319190B6}"/>
    <dgm:cxn modelId="{98466880-8930-4573-8043-4F9570F82258}" type="presOf" srcId="{48E510FD-6FE5-439F-B68F-9DA9BC0CD51F}" destId="{EC2D99E0-50D2-47F5-B974-D84A95E95268}" srcOrd="0" destOrd="0" presId="urn:microsoft.com/office/officeart/2018/2/layout/IconVerticalSolidList"/>
    <dgm:cxn modelId="{AFF5D28E-E60C-44B4-B4B3-F0BD16593EFA}" type="presOf" srcId="{3B0008B0-41E4-4697-A20B-5EEEEDDAE58E}" destId="{D898D727-AF74-4C48-B189-0AC89DE8427A}" srcOrd="0" destOrd="0" presId="urn:microsoft.com/office/officeart/2018/2/layout/IconVerticalSolidList"/>
    <dgm:cxn modelId="{C2BF6DE9-9EF6-47A7-8966-F26221EF2277}" srcId="{48E510FD-6FE5-439F-B68F-9DA9BC0CD51F}" destId="{E501EE32-2734-431F-A01C-8608F5E6A03F}" srcOrd="2" destOrd="0" parTransId="{A46BCB7C-D2B1-431D-A95F-CD5DCE3A2D48}" sibTransId="{3D882B96-80CB-46E1-A7BD-B713AC9CD2F3}"/>
    <dgm:cxn modelId="{39B513ED-07CD-4350-B78B-499BB5800C2C}" srcId="{48E510FD-6FE5-439F-B68F-9DA9BC0CD51F}" destId="{3B0008B0-41E4-4697-A20B-5EEEEDDAE58E}" srcOrd="1" destOrd="0" parTransId="{B9EAA407-9D28-42BF-A4D0-71E4E4D253AD}" sibTransId="{C70887FA-ADC8-4F81-A592-014435B49E62}"/>
    <dgm:cxn modelId="{AEA4D177-1CF7-405E-BE89-3ED51E998F4A}" type="presParOf" srcId="{EC2D99E0-50D2-47F5-B974-D84A95E95268}" destId="{93F82A7A-6AF1-4445-8341-C4CBC6ED7B30}" srcOrd="0" destOrd="0" presId="urn:microsoft.com/office/officeart/2018/2/layout/IconVerticalSolidList"/>
    <dgm:cxn modelId="{9E93B952-8449-4C52-955B-55890F2082D7}" type="presParOf" srcId="{93F82A7A-6AF1-4445-8341-C4CBC6ED7B30}" destId="{FA52194F-077E-47AD-A16F-61CAB714B4B8}" srcOrd="0" destOrd="0" presId="urn:microsoft.com/office/officeart/2018/2/layout/IconVerticalSolidList"/>
    <dgm:cxn modelId="{C2B1A94E-F920-4431-B681-F4B0FDADBFFB}" type="presParOf" srcId="{93F82A7A-6AF1-4445-8341-C4CBC6ED7B30}" destId="{14D6B2C2-1C65-4EAC-8BD2-3441A5B85C77}" srcOrd="1" destOrd="0" presId="urn:microsoft.com/office/officeart/2018/2/layout/IconVerticalSolidList"/>
    <dgm:cxn modelId="{A56BC64E-F9CB-42BE-99A7-C64A12038C8C}" type="presParOf" srcId="{93F82A7A-6AF1-4445-8341-C4CBC6ED7B30}" destId="{9C093C8C-93D0-4CEA-A66F-C2A9AE247B2F}" srcOrd="2" destOrd="0" presId="urn:microsoft.com/office/officeart/2018/2/layout/IconVerticalSolidList"/>
    <dgm:cxn modelId="{BA58065A-969E-4D02-B75A-300CAEC3F395}" type="presParOf" srcId="{93F82A7A-6AF1-4445-8341-C4CBC6ED7B30}" destId="{D922E8BE-4DD2-4818-A70A-3E5979FB0610}" srcOrd="3" destOrd="0" presId="urn:microsoft.com/office/officeart/2018/2/layout/IconVerticalSolidList"/>
    <dgm:cxn modelId="{6C8A2E61-E59E-4263-8E5E-8EE1F7B6D256}" type="presParOf" srcId="{EC2D99E0-50D2-47F5-B974-D84A95E95268}" destId="{E346DE32-5A7B-409A-9360-FE26E9581566}" srcOrd="1" destOrd="0" presId="urn:microsoft.com/office/officeart/2018/2/layout/IconVerticalSolidList"/>
    <dgm:cxn modelId="{2FD3F40B-6B1E-4CE7-A6A2-4EDE86F6E7FD}" type="presParOf" srcId="{EC2D99E0-50D2-47F5-B974-D84A95E95268}" destId="{0CF2ECF2-D46F-4B30-8398-78A433970F2C}" srcOrd="2" destOrd="0" presId="urn:microsoft.com/office/officeart/2018/2/layout/IconVerticalSolidList"/>
    <dgm:cxn modelId="{744F3CC5-A41B-493A-B62C-5E0B6CAC9118}" type="presParOf" srcId="{0CF2ECF2-D46F-4B30-8398-78A433970F2C}" destId="{2C05C161-17DA-434F-A733-FB60D277BAA4}" srcOrd="0" destOrd="0" presId="urn:microsoft.com/office/officeart/2018/2/layout/IconVerticalSolidList"/>
    <dgm:cxn modelId="{F9E2D214-F37A-4E27-8261-36704A1CB991}" type="presParOf" srcId="{0CF2ECF2-D46F-4B30-8398-78A433970F2C}" destId="{EBDC8658-C531-4D5A-92CB-48CFCFC20303}" srcOrd="1" destOrd="0" presId="urn:microsoft.com/office/officeart/2018/2/layout/IconVerticalSolidList"/>
    <dgm:cxn modelId="{AFDDF015-C7C1-4C7D-B457-7BC79A411D12}" type="presParOf" srcId="{0CF2ECF2-D46F-4B30-8398-78A433970F2C}" destId="{590A2B78-2D3C-4CCF-94D5-817779C848AB}" srcOrd="2" destOrd="0" presId="urn:microsoft.com/office/officeart/2018/2/layout/IconVerticalSolidList"/>
    <dgm:cxn modelId="{4890BBBF-C498-4909-B9F2-164B5857E990}" type="presParOf" srcId="{0CF2ECF2-D46F-4B30-8398-78A433970F2C}" destId="{D898D727-AF74-4C48-B189-0AC89DE8427A}" srcOrd="3" destOrd="0" presId="urn:microsoft.com/office/officeart/2018/2/layout/IconVerticalSolidList"/>
    <dgm:cxn modelId="{0B8741F8-E025-4C96-8B82-57C8FCD2903B}" type="presParOf" srcId="{EC2D99E0-50D2-47F5-B974-D84A95E95268}" destId="{6EB5A81D-2DDB-43A4-80B7-107D96139B13}" srcOrd="3" destOrd="0" presId="urn:microsoft.com/office/officeart/2018/2/layout/IconVerticalSolidList"/>
    <dgm:cxn modelId="{164D2266-0352-4F61-8EEB-08BAC2F396B3}" type="presParOf" srcId="{EC2D99E0-50D2-47F5-B974-D84A95E95268}" destId="{B4178730-7910-4386-A9DF-AAA76E89A0B1}" srcOrd="4" destOrd="0" presId="urn:microsoft.com/office/officeart/2018/2/layout/IconVerticalSolidList"/>
    <dgm:cxn modelId="{2BE2F253-8C25-4696-BFA4-4D61BAD0FBA6}" type="presParOf" srcId="{B4178730-7910-4386-A9DF-AAA76E89A0B1}" destId="{86A342E0-75BC-4C54-AA2B-F50F654427A6}" srcOrd="0" destOrd="0" presId="urn:microsoft.com/office/officeart/2018/2/layout/IconVerticalSolidList"/>
    <dgm:cxn modelId="{3916AF0C-4526-43FA-BC79-053EF6F2B9FA}" type="presParOf" srcId="{B4178730-7910-4386-A9DF-AAA76E89A0B1}" destId="{4BBBAF0C-E7D7-49C8-BAF0-AD2AFECEE6B4}" srcOrd="1" destOrd="0" presId="urn:microsoft.com/office/officeart/2018/2/layout/IconVerticalSolidList"/>
    <dgm:cxn modelId="{5C364EC8-D0BA-4B42-8A05-3ACD8E31EF3F}" type="presParOf" srcId="{B4178730-7910-4386-A9DF-AAA76E89A0B1}" destId="{4A610009-FA11-4080-8A87-53D4E7CC25FB}" srcOrd="2" destOrd="0" presId="urn:microsoft.com/office/officeart/2018/2/layout/IconVerticalSolidList"/>
    <dgm:cxn modelId="{D790589A-4F8B-4F20-BA3B-C204F3D08DF0}" type="presParOf" srcId="{B4178730-7910-4386-A9DF-AAA76E89A0B1}" destId="{9C077A2A-6025-42AE-82F8-00A722B15B31}" srcOrd="3" destOrd="0" presId="urn:microsoft.com/office/officeart/2018/2/layout/IconVerticalSolidList"/>
    <dgm:cxn modelId="{62D838A3-284B-4CB1-A121-ADC318374211}" type="presParOf" srcId="{EC2D99E0-50D2-47F5-B974-D84A95E95268}" destId="{D70CBB02-8D8A-4548-92D5-91736C5BD7F5}" srcOrd="5" destOrd="0" presId="urn:microsoft.com/office/officeart/2018/2/layout/IconVerticalSolidList"/>
    <dgm:cxn modelId="{1FC16F7A-AB45-4950-A806-F0911E90A479}" type="presParOf" srcId="{EC2D99E0-50D2-47F5-B974-D84A95E95268}" destId="{C4269E2D-8B1E-46C7-A0AC-5037056DE7B4}" srcOrd="6" destOrd="0" presId="urn:microsoft.com/office/officeart/2018/2/layout/IconVerticalSolidList"/>
    <dgm:cxn modelId="{EE054801-091F-4304-B994-203D11BFC595}" type="presParOf" srcId="{C4269E2D-8B1E-46C7-A0AC-5037056DE7B4}" destId="{9DE08646-997A-456E-BCCE-2F31829ADDFC}" srcOrd="0" destOrd="0" presId="urn:microsoft.com/office/officeart/2018/2/layout/IconVerticalSolidList"/>
    <dgm:cxn modelId="{6436AEEB-5C15-414C-89DE-26388D286496}" type="presParOf" srcId="{C4269E2D-8B1E-46C7-A0AC-5037056DE7B4}" destId="{F0CDF392-C0B9-4F6A-898A-7CE74E1EA8CD}" srcOrd="1" destOrd="0" presId="urn:microsoft.com/office/officeart/2018/2/layout/IconVerticalSolidList"/>
    <dgm:cxn modelId="{4B6E1BC6-E392-4667-98C7-AD885CAF93ED}" type="presParOf" srcId="{C4269E2D-8B1E-46C7-A0AC-5037056DE7B4}" destId="{C1F8C78C-665B-4FE4-AB0D-CF615E930421}" srcOrd="2" destOrd="0" presId="urn:microsoft.com/office/officeart/2018/2/layout/IconVerticalSolidList"/>
    <dgm:cxn modelId="{BF2B48FB-B511-4869-ADE1-A51CD873DC98}" type="presParOf" srcId="{C4269E2D-8B1E-46C7-A0AC-5037056DE7B4}" destId="{972C5BA5-FC6E-4AD0-895F-CD8E8624CE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52A65D-3CB2-4F5E-B9EA-2576B6C3091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598CE9-E120-484B-A0A8-032911D328B5}">
      <dgm:prSet/>
      <dgm:spPr/>
      <dgm:t>
        <a:bodyPr/>
        <a:lstStyle/>
        <a:p>
          <a:r>
            <a:rPr lang="en-US"/>
            <a:t>Admin: </a:t>
          </a:r>
        </a:p>
      </dgm:t>
    </dgm:pt>
    <dgm:pt modelId="{E7A87EE5-C584-4367-88AE-512F929C912B}" type="parTrans" cxnId="{3CD16C8C-AC8F-4A93-BF02-D16AE74BF173}">
      <dgm:prSet/>
      <dgm:spPr/>
      <dgm:t>
        <a:bodyPr/>
        <a:lstStyle/>
        <a:p>
          <a:endParaRPr lang="en-US"/>
        </a:p>
      </dgm:t>
    </dgm:pt>
    <dgm:pt modelId="{87BF55AF-8EBF-44DF-B331-25B534637272}" type="sibTrans" cxnId="{3CD16C8C-AC8F-4A93-BF02-D16AE74BF173}">
      <dgm:prSet/>
      <dgm:spPr/>
      <dgm:t>
        <a:bodyPr/>
        <a:lstStyle/>
        <a:p>
          <a:endParaRPr lang="en-US"/>
        </a:p>
      </dgm:t>
    </dgm:pt>
    <dgm:pt modelId="{7A17ECB1-B930-48F7-A01C-410C333CFA42}">
      <dgm:prSet/>
      <dgm:spPr/>
      <dgm:t>
        <a:bodyPr/>
        <a:lstStyle/>
        <a:p>
          <a:r>
            <a:rPr lang="en-US" dirty="0"/>
            <a:t>Login to system or network</a:t>
          </a:r>
        </a:p>
      </dgm:t>
    </dgm:pt>
    <dgm:pt modelId="{E34DDF2D-754C-45A9-85DE-185CCCCE5165}" type="parTrans" cxnId="{5BD0BBD9-C6AA-4140-A709-077E5618A0D6}">
      <dgm:prSet/>
      <dgm:spPr/>
      <dgm:t>
        <a:bodyPr/>
        <a:lstStyle/>
        <a:p>
          <a:endParaRPr lang="en-US"/>
        </a:p>
      </dgm:t>
    </dgm:pt>
    <dgm:pt modelId="{1A7B348D-78C5-4FF9-83B2-398560F387F2}" type="sibTrans" cxnId="{5BD0BBD9-C6AA-4140-A709-077E5618A0D6}">
      <dgm:prSet/>
      <dgm:spPr/>
      <dgm:t>
        <a:bodyPr/>
        <a:lstStyle/>
        <a:p>
          <a:endParaRPr lang="en-US"/>
        </a:p>
      </dgm:t>
    </dgm:pt>
    <dgm:pt modelId="{10F3984E-3468-420B-BB6F-D8B7DB56DC5F}">
      <dgm:prSet/>
      <dgm:spPr/>
      <dgm:t>
        <a:bodyPr/>
        <a:lstStyle/>
        <a:p>
          <a:r>
            <a:rPr lang="en-US"/>
            <a:t>Accessing admin dashboard of the server or network</a:t>
          </a:r>
        </a:p>
      </dgm:t>
    </dgm:pt>
    <dgm:pt modelId="{0D8EF608-0CC1-4AEA-AC26-B00D57282F49}" type="parTrans" cxnId="{02AD8E05-FF95-463B-A3BC-BF5B851A541F}">
      <dgm:prSet/>
      <dgm:spPr/>
      <dgm:t>
        <a:bodyPr/>
        <a:lstStyle/>
        <a:p>
          <a:endParaRPr lang="en-US"/>
        </a:p>
      </dgm:t>
    </dgm:pt>
    <dgm:pt modelId="{BB26D8B6-6015-4A01-99E4-20E6BD197C53}" type="sibTrans" cxnId="{02AD8E05-FF95-463B-A3BC-BF5B851A541F}">
      <dgm:prSet/>
      <dgm:spPr/>
      <dgm:t>
        <a:bodyPr/>
        <a:lstStyle/>
        <a:p>
          <a:endParaRPr lang="en-US"/>
        </a:p>
      </dgm:t>
    </dgm:pt>
    <dgm:pt modelId="{5BEE3711-9D34-4162-B5C6-F19EA1DF11F4}">
      <dgm:prSet/>
      <dgm:spPr/>
      <dgm:t>
        <a:bodyPr/>
        <a:lstStyle/>
        <a:p>
          <a:r>
            <a:rPr lang="en-US"/>
            <a:t>Configuration of the system and network</a:t>
          </a:r>
        </a:p>
      </dgm:t>
    </dgm:pt>
    <dgm:pt modelId="{86C38BF4-3C79-4E45-A36F-848F62B90A0E}" type="parTrans" cxnId="{2685C74A-AEB4-46EB-AEAE-81F1C65174C8}">
      <dgm:prSet/>
      <dgm:spPr/>
      <dgm:t>
        <a:bodyPr/>
        <a:lstStyle/>
        <a:p>
          <a:endParaRPr lang="en-US"/>
        </a:p>
      </dgm:t>
    </dgm:pt>
    <dgm:pt modelId="{3C5DA563-4BF7-4F3D-9401-008758D731CD}" type="sibTrans" cxnId="{2685C74A-AEB4-46EB-AEAE-81F1C65174C8}">
      <dgm:prSet/>
      <dgm:spPr/>
      <dgm:t>
        <a:bodyPr/>
        <a:lstStyle/>
        <a:p>
          <a:endParaRPr lang="en-US"/>
        </a:p>
      </dgm:t>
    </dgm:pt>
    <dgm:pt modelId="{0A725BF3-66F1-44BC-A50B-37C23E7EB09A}">
      <dgm:prSet/>
      <dgm:spPr/>
      <dgm:t>
        <a:bodyPr/>
        <a:lstStyle/>
        <a:p>
          <a:r>
            <a:rPr lang="en-US"/>
            <a:t>Managing all Networking information about GPU, CPU and Ping status</a:t>
          </a:r>
        </a:p>
      </dgm:t>
    </dgm:pt>
    <dgm:pt modelId="{9C7AA762-DEA5-43AB-9474-9088F1F96793}" type="parTrans" cxnId="{464E02DC-B6D5-436A-8388-C85436FB2069}">
      <dgm:prSet/>
      <dgm:spPr/>
      <dgm:t>
        <a:bodyPr/>
        <a:lstStyle/>
        <a:p>
          <a:endParaRPr lang="en-US"/>
        </a:p>
      </dgm:t>
    </dgm:pt>
    <dgm:pt modelId="{FE151D99-591C-47CD-9FBA-32190304535B}" type="sibTrans" cxnId="{464E02DC-B6D5-436A-8388-C85436FB2069}">
      <dgm:prSet/>
      <dgm:spPr/>
      <dgm:t>
        <a:bodyPr/>
        <a:lstStyle/>
        <a:p>
          <a:endParaRPr lang="en-US"/>
        </a:p>
      </dgm:t>
    </dgm:pt>
    <dgm:pt modelId="{2DB16804-7EC3-4756-A4A0-2F613607DE83}">
      <dgm:prSet/>
      <dgm:spPr/>
      <dgm:t>
        <a:bodyPr/>
        <a:lstStyle/>
        <a:p>
          <a:r>
            <a:rPr lang="en-US"/>
            <a:t>User:</a:t>
          </a:r>
        </a:p>
      </dgm:t>
    </dgm:pt>
    <dgm:pt modelId="{2B7DCD86-C27D-48B1-8E0F-B16725E915A7}" type="parTrans" cxnId="{5FD1EB1E-06AD-4655-93A9-ED705A2A59C6}">
      <dgm:prSet/>
      <dgm:spPr/>
      <dgm:t>
        <a:bodyPr/>
        <a:lstStyle/>
        <a:p>
          <a:endParaRPr lang="en-US"/>
        </a:p>
      </dgm:t>
    </dgm:pt>
    <dgm:pt modelId="{98592E5D-CBAD-4E94-B39D-B8F66E00A921}" type="sibTrans" cxnId="{5FD1EB1E-06AD-4655-93A9-ED705A2A59C6}">
      <dgm:prSet/>
      <dgm:spPr/>
      <dgm:t>
        <a:bodyPr/>
        <a:lstStyle/>
        <a:p>
          <a:endParaRPr lang="en-US"/>
        </a:p>
      </dgm:t>
    </dgm:pt>
    <dgm:pt modelId="{0E41262B-6F8E-447A-9BEB-E5A6AB2498FA}">
      <dgm:prSet/>
      <dgm:spPr/>
      <dgm:t>
        <a:bodyPr/>
        <a:lstStyle/>
        <a:p>
          <a:r>
            <a:rPr lang="en-US" dirty="0"/>
            <a:t>Login to system</a:t>
          </a:r>
        </a:p>
      </dgm:t>
    </dgm:pt>
    <dgm:pt modelId="{793289E5-0276-4A8E-AB10-0A065241BD88}" type="parTrans" cxnId="{F966D09D-5755-4330-9340-D8ABB0558551}">
      <dgm:prSet/>
      <dgm:spPr/>
      <dgm:t>
        <a:bodyPr/>
        <a:lstStyle/>
        <a:p>
          <a:endParaRPr lang="en-US"/>
        </a:p>
      </dgm:t>
    </dgm:pt>
    <dgm:pt modelId="{840A5F0E-1190-4EA6-87CB-036251D1525A}" type="sibTrans" cxnId="{F966D09D-5755-4330-9340-D8ABB0558551}">
      <dgm:prSet/>
      <dgm:spPr/>
      <dgm:t>
        <a:bodyPr/>
        <a:lstStyle/>
        <a:p>
          <a:endParaRPr lang="en-US"/>
        </a:p>
      </dgm:t>
    </dgm:pt>
    <dgm:pt modelId="{F4A9D186-6559-471C-92E6-5DB0E0272136}">
      <dgm:prSet/>
      <dgm:spPr/>
      <dgm:t>
        <a:bodyPr/>
        <a:lstStyle/>
        <a:p>
          <a:r>
            <a:rPr lang="en-US"/>
            <a:t>Accessing admin dashboard of the server or network</a:t>
          </a:r>
        </a:p>
      </dgm:t>
    </dgm:pt>
    <dgm:pt modelId="{988F9257-EC3E-4794-A08F-9D06BCD22E26}" type="parTrans" cxnId="{16DC1630-7337-403D-92F2-9BBED230AC90}">
      <dgm:prSet/>
      <dgm:spPr/>
      <dgm:t>
        <a:bodyPr/>
        <a:lstStyle/>
        <a:p>
          <a:endParaRPr lang="en-US"/>
        </a:p>
      </dgm:t>
    </dgm:pt>
    <dgm:pt modelId="{81EC1FD9-6D1A-4FB9-9A95-DFA2758F6B9B}" type="sibTrans" cxnId="{16DC1630-7337-403D-92F2-9BBED230AC90}">
      <dgm:prSet/>
      <dgm:spPr/>
      <dgm:t>
        <a:bodyPr/>
        <a:lstStyle/>
        <a:p>
          <a:endParaRPr lang="en-US"/>
        </a:p>
      </dgm:t>
    </dgm:pt>
    <dgm:pt modelId="{8FB176C4-ED04-44C1-A340-9C2F5FA18BBE}">
      <dgm:prSet/>
      <dgm:spPr/>
      <dgm:t>
        <a:bodyPr/>
        <a:lstStyle/>
        <a:p>
          <a:r>
            <a:rPr lang="en-US"/>
            <a:t>View and Download report and Test cases</a:t>
          </a:r>
        </a:p>
      </dgm:t>
    </dgm:pt>
    <dgm:pt modelId="{E7C421C0-5296-4078-A71A-8135FE747186}" type="parTrans" cxnId="{BA47ED6F-FF16-495B-8971-B2BC565F1280}">
      <dgm:prSet/>
      <dgm:spPr/>
      <dgm:t>
        <a:bodyPr/>
        <a:lstStyle/>
        <a:p>
          <a:endParaRPr lang="en-US"/>
        </a:p>
      </dgm:t>
    </dgm:pt>
    <dgm:pt modelId="{AF34DC3C-EC92-4C27-A2A5-F86A30F38B8E}" type="sibTrans" cxnId="{BA47ED6F-FF16-495B-8971-B2BC565F1280}">
      <dgm:prSet/>
      <dgm:spPr/>
      <dgm:t>
        <a:bodyPr/>
        <a:lstStyle/>
        <a:p>
          <a:endParaRPr lang="en-US"/>
        </a:p>
      </dgm:t>
    </dgm:pt>
    <dgm:pt modelId="{E3033D96-F367-4C44-8BC5-76DC330519C9}" type="pres">
      <dgm:prSet presAssocID="{5B52A65D-3CB2-4F5E-B9EA-2576B6C30914}" presName="vert0" presStyleCnt="0">
        <dgm:presLayoutVars>
          <dgm:dir/>
          <dgm:animOne val="branch"/>
          <dgm:animLvl val="lvl"/>
        </dgm:presLayoutVars>
      </dgm:prSet>
      <dgm:spPr/>
    </dgm:pt>
    <dgm:pt modelId="{8630E249-7474-46FB-AD1B-38E8492DDFF2}" type="pres">
      <dgm:prSet presAssocID="{FB598CE9-E120-484B-A0A8-032911D328B5}" presName="thickLine" presStyleLbl="alignNode1" presStyleIdx="0" presStyleCnt="2"/>
      <dgm:spPr/>
    </dgm:pt>
    <dgm:pt modelId="{BE43A2FE-995C-4B57-B5F2-F9A145BB6F53}" type="pres">
      <dgm:prSet presAssocID="{FB598CE9-E120-484B-A0A8-032911D328B5}" presName="horz1" presStyleCnt="0"/>
      <dgm:spPr/>
    </dgm:pt>
    <dgm:pt modelId="{DD3036BA-CEE7-429C-8A81-0625B2E5E3AF}" type="pres">
      <dgm:prSet presAssocID="{FB598CE9-E120-484B-A0A8-032911D328B5}" presName="tx1" presStyleLbl="revTx" presStyleIdx="0" presStyleCnt="9"/>
      <dgm:spPr/>
    </dgm:pt>
    <dgm:pt modelId="{EF7FE657-11FE-4FF6-9568-2BEB4720327A}" type="pres">
      <dgm:prSet presAssocID="{FB598CE9-E120-484B-A0A8-032911D328B5}" presName="vert1" presStyleCnt="0"/>
      <dgm:spPr/>
    </dgm:pt>
    <dgm:pt modelId="{3AD59613-6792-471B-B07F-29DA113F46D9}" type="pres">
      <dgm:prSet presAssocID="{7A17ECB1-B930-48F7-A01C-410C333CFA42}" presName="vertSpace2a" presStyleCnt="0"/>
      <dgm:spPr/>
    </dgm:pt>
    <dgm:pt modelId="{7CE2E641-1D91-4411-9D2D-EEBE21A638FE}" type="pres">
      <dgm:prSet presAssocID="{7A17ECB1-B930-48F7-A01C-410C333CFA42}" presName="horz2" presStyleCnt="0"/>
      <dgm:spPr/>
    </dgm:pt>
    <dgm:pt modelId="{C9D43883-BF32-4D56-AA6E-F9F3E52D613E}" type="pres">
      <dgm:prSet presAssocID="{7A17ECB1-B930-48F7-A01C-410C333CFA42}" presName="horzSpace2" presStyleCnt="0"/>
      <dgm:spPr/>
    </dgm:pt>
    <dgm:pt modelId="{CCC73371-0F22-4474-832E-C10515A061A1}" type="pres">
      <dgm:prSet presAssocID="{7A17ECB1-B930-48F7-A01C-410C333CFA42}" presName="tx2" presStyleLbl="revTx" presStyleIdx="1" presStyleCnt="9"/>
      <dgm:spPr/>
    </dgm:pt>
    <dgm:pt modelId="{B37CB7B0-CED4-4710-BD7D-6D5EA4C9E763}" type="pres">
      <dgm:prSet presAssocID="{7A17ECB1-B930-48F7-A01C-410C333CFA42}" presName="vert2" presStyleCnt="0"/>
      <dgm:spPr/>
    </dgm:pt>
    <dgm:pt modelId="{EEF26DAC-05C5-4142-95C6-F02287078259}" type="pres">
      <dgm:prSet presAssocID="{7A17ECB1-B930-48F7-A01C-410C333CFA42}" presName="thinLine2b" presStyleLbl="callout" presStyleIdx="0" presStyleCnt="7"/>
      <dgm:spPr/>
    </dgm:pt>
    <dgm:pt modelId="{08A964BF-3B5B-486F-9DBE-8EB969EB1040}" type="pres">
      <dgm:prSet presAssocID="{7A17ECB1-B930-48F7-A01C-410C333CFA42}" presName="vertSpace2b" presStyleCnt="0"/>
      <dgm:spPr/>
    </dgm:pt>
    <dgm:pt modelId="{D4625B53-3944-4A76-BAE4-6E0637321D9D}" type="pres">
      <dgm:prSet presAssocID="{10F3984E-3468-420B-BB6F-D8B7DB56DC5F}" presName="horz2" presStyleCnt="0"/>
      <dgm:spPr/>
    </dgm:pt>
    <dgm:pt modelId="{6A937F75-023D-41A3-8C1C-DF627F28BC4A}" type="pres">
      <dgm:prSet presAssocID="{10F3984E-3468-420B-BB6F-D8B7DB56DC5F}" presName="horzSpace2" presStyleCnt="0"/>
      <dgm:spPr/>
    </dgm:pt>
    <dgm:pt modelId="{143363A1-E09D-4244-96DF-CDB249577BE9}" type="pres">
      <dgm:prSet presAssocID="{10F3984E-3468-420B-BB6F-D8B7DB56DC5F}" presName="tx2" presStyleLbl="revTx" presStyleIdx="2" presStyleCnt="9"/>
      <dgm:spPr/>
    </dgm:pt>
    <dgm:pt modelId="{F3FBC2F4-DB7E-4C52-88E4-1FFC98524B24}" type="pres">
      <dgm:prSet presAssocID="{10F3984E-3468-420B-BB6F-D8B7DB56DC5F}" presName="vert2" presStyleCnt="0"/>
      <dgm:spPr/>
    </dgm:pt>
    <dgm:pt modelId="{41018009-AFE0-4182-A41E-EACA9969EB57}" type="pres">
      <dgm:prSet presAssocID="{10F3984E-3468-420B-BB6F-D8B7DB56DC5F}" presName="thinLine2b" presStyleLbl="callout" presStyleIdx="1" presStyleCnt="7"/>
      <dgm:spPr/>
    </dgm:pt>
    <dgm:pt modelId="{7CBBD2AA-32E1-4556-862D-DD3814B5C718}" type="pres">
      <dgm:prSet presAssocID="{10F3984E-3468-420B-BB6F-D8B7DB56DC5F}" presName="vertSpace2b" presStyleCnt="0"/>
      <dgm:spPr/>
    </dgm:pt>
    <dgm:pt modelId="{FF989A58-145A-49E3-B786-0BE86F9DD8A3}" type="pres">
      <dgm:prSet presAssocID="{5BEE3711-9D34-4162-B5C6-F19EA1DF11F4}" presName="horz2" presStyleCnt="0"/>
      <dgm:spPr/>
    </dgm:pt>
    <dgm:pt modelId="{01A66FA8-FBBE-4373-B1E6-E00022DBDC61}" type="pres">
      <dgm:prSet presAssocID="{5BEE3711-9D34-4162-B5C6-F19EA1DF11F4}" presName="horzSpace2" presStyleCnt="0"/>
      <dgm:spPr/>
    </dgm:pt>
    <dgm:pt modelId="{5A9E7214-E2B5-42E6-8FDE-5E4DCC01206A}" type="pres">
      <dgm:prSet presAssocID="{5BEE3711-9D34-4162-B5C6-F19EA1DF11F4}" presName="tx2" presStyleLbl="revTx" presStyleIdx="3" presStyleCnt="9"/>
      <dgm:spPr/>
    </dgm:pt>
    <dgm:pt modelId="{EFAD3590-CB8E-4D3E-AF1C-E8CB26E1E499}" type="pres">
      <dgm:prSet presAssocID="{5BEE3711-9D34-4162-B5C6-F19EA1DF11F4}" presName="vert2" presStyleCnt="0"/>
      <dgm:spPr/>
    </dgm:pt>
    <dgm:pt modelId="{A2B096A1-D068-46B4-8875-E4C47B095A69}" type="pres">
      <dgm:prSet presAssocID="{5BEE3711-9D34-4162-B5C6-F19EA1DF11F4}" presName="thinLine2b" presStyleLbl="callout" presStyleIdx="2" presStyleCnt="7"/>
      <dgm:spPr/>
    </dgm:pt>
    <dgm:pt modelId="{544586FA-D17C-4486-98ED-EB83E1BE3614}" type="pres">
      <dgm:prSet presAssocID="{5BEE3711-9D34-4162-B5C6-F19EA1DF11F4}" presName="vertSpace2b" presStyleCnt="0"/>
      <dgm:spPr/>
    </dgm:pt>
    <dgm:pt modelId="{83A718AB-C2A6-4E81-85CA-DE52A5F6736E}" type="pres">
      <dgm:prSet presAssocID="{0A725BF3-66F1-44BC-A50B-37C23E7EB09A}" presName="horz2" presStyleCnt="0"/>
      <dgm:spPr/>
    </dgm:pt>
    <dgm:pt modelId="{7240606B-3871-4D66-A51E-810EDC4A10A7}" type="pres">
      <dgm:prSet presAssocID="{0A725BF3-66F1-44BC-A50B-37C23E7EB09A}" presName="horzSpace2" presStyleCnt="0"/>
      <dgm:spPr/>
    </dgm:pt>
    <dgm:pt modelId="{698BEDDA-30DF-4538-B74D-A5E77D18067C}" type="pres">
      <dgm:prSet presAssocID="{0A725BF3-66F1-44BC-A50B-37C23E7EB09A}" presName="tx2" presStyleLbl="revTx" presStyleIdx="4" presStyleCnt="9"/>
      <dgm:spPr/>
    </dgm:pt>
    <dgm:pt modelId="{9B9007DE-586C-4EBC-BED5-3ECBD1808414}" type="pres">
      <dgm:prSet presAssocID="{0A725BF3-66F1-44BC-A50B-37C23E7EB09A}" presName="vert2" presStyleCnt="0"/>
      <dgm:spPr/>
    </dgm:pt>
    <dgm:pt modelId="{FDE70AAD-D4DB-4F12-BA5C-670A3860F396}" type="pres">
      <dgm:prSet presAssocID="{0A725BF3-66F1-44BC-A50B-37C23E7EB09A}" presName="thinLine2b" presStyleLbl="callout" presStyleIdx="3" presStyleCnt="7"/>
      <dgm:spPr/>
    </dgm:pt>
    <dgm:pt modelId="{BDD14B24-9CFD-4C91-8BDD-73737A038822}" type="pres">
      <dgm:prSet presAssocID="{0A725BF3-66F1-44BC-A50B-37C23E7EB09A}" presName="vertSpace2b" presStyleCnt="0"/>
      <dgm:spPr/>
    </dgm:pt>
    <dgm:pt modelId="{842AFA0A-6913-474F-863A-DC6D7E59941A}" type="pres">
      <dgm:prSet presAssocID="{2DB16804-7EC3-4756-A4A0-2F613607DE83}" presName="thickLine" presStyleLbl="alignNode1" presStyleIdx="1" presStyleCnt="2"/>
      <dgm:spPr/>
    </dgm:pt>
    <dgm:pt modelId="{E28D0738-A91D-4C28-B619-18463502C87E}" type="pres">
      <dgm:prSet presAssocID="{2DB16804-7EC3-4756-A4A0-2F613607DE83}" presName="horz1" presStyleCnt="0"/>
      <dgm:spPr/>
    </dgm:pt>
    <dgm:pt modelId="{262E61A4-F51F-4B23-8EC9-4A21D12C2CB4}" type="pres">
      <dgm:prSet presAssocID="{2DB16804-7EC3-4756-A4A0-2F613607DE83}" presName="tx1" presStyleLbl="revTx" presStyleIdx="5" presStyleCnt="9"/>
      <dgm:spPr/>
    </dgm:pt>
    <dgm:pt modelId="{92D4A18F-7C4B-4A83-9A81-CC451F666D33}" type="pres">
      <dgm:prSet presAssocID="{2DB16804-7EC3-4756-A4A0-2F613607DE83}" presName="vert1" presStyleCnt="0"/>
      <dgm:spPr/>
    </dgm:pt>
    <dgm:pt modelId="{CC20607D-DA1B-403A-917F-3C81803E3B28}" type="pres">
      <dgm:prSet presAssocID="{0E41262B-6F8E-447A-9BEB-E5A6AB2498FA}" presName="vertSpace2a" presStyleCnt="0"/>
      <dgm:spPr/>
    </dgm:pt>
    <dgm:pt modelId="{3AAB601A-EDD3-4052-9F32-D33E4F20268C}" type="pres">
      <dgm:prSet presAssocID="{0E41262B-6F8E-447A-9BEB-E5A6AB2498FA}" presName="horz2" presStyleCnt="0"/>
      <dgm:spPr/>
    </dgm:pt>
    <dgm:pt modelId="{A7383DE7-6461-4F1B-9772-539B14822630}" type="pres">
      <dgm:prSet presAssocID="{0E41262B-6F8E-447A-9BEB-E5A6AB2498FA}" presName="horzSpace2" presStyleCnt="0"/>
      <dgm:spPr/>
    </dgm:pt>
    <dgm:pt modelId="{F2A2E714-1CEC-4700-B152-72D9B4F9C67C}" type="pres">
      <dgm:prSet presAssocID="{0E41262B-6F8E-447A-9BEB-E5A6AB2498FA}" presName="tx2" presStyleLbl="revTx" presStyleIdx="6" presStyleCnt="9"/>
      <dgm:spPr/>
    </dgm:pt>
    <dgm:pt modelId="{DCFA3EAE-9C95-458E-8AEA-A7734263DD6A}" type="pres">
      <dgm:prSet presAssocID="{0E41262B-6F8E-447A-9BEB-E5A6AB2498FA}" presName="vert2" presStyleCnt="0"/>
      <dgm:spPr/>
    </dgm:pt>
    <dgm:pt modelId="{7B14471A-1142-4810-AE36-52FB915455A9}" type="pres">
      <dgm:prSet presAssocID="{0E41262B-6F8E-447A-9BEB-E5A6AB2498FA}" presName="thinLine2b" presStyleLbl="callout" presStyleIdx="4" presStyleCnt="7"/>
      <dgm:spPr/>
    </dgm:pt>
    <dgm:pt modelId="{FF3775E7-B1E2-4D11-A983-0AC087A1AB42}" type="pres">
      <dgm:prSet presAssocID="{0E41262B-6F8E-447A-9BEB-E5A6AB2498FA}" presName="vertSpace2b" presStyleCnt="0"/>
      <dgm:spPr/>
    </dgm:pt>
    <dgm:pt modelId="{C3F56554-D487-485A-99B1-2E39CCDD7237}" type="pres">
      <dgm:prSet presAssocID="{F4A9D186-6559-471C-92E6-5DB0E0272136}" presName="horz2" presStyleCnt="0"/>
      <dgm:spPr/>
    </dgm:pt>
    <dgm:pt modelId="{3BE70D6E-5059-4E59-9420-96645939A412}" type="pres">
      <dgm:prSet presAssocID="{F4A9D186-6559-471C-92E6-5DB0E0272136}" presName="horzSpace2" presStyleCnt="0"/>
      <dgm:spPr/>
    </dgm:pt>
    <dgm:pt modelId="{04B30963-DC63-4CB5-9281-8CEFB5132F88}" type="pres">
      <dgm:prSet presAssocID="{F4A9D186-6559-471C-92E6-5DB0E0272136}" presName="tx2" presStyleLbl="revTx" presStyleIdx="7" presStyleCnt="9"/>
      <dgm:spPr/>
    </dgm:pt>
    <dgm:pt modelId="{7C3924FC-E508-43BA-B9AB-5DA855D1B00F}" type="pres">
      <dgm:prSet presAssocID="{F4A9D186-6559-471C-92E6-5DB0E0272136}" presName="vert2" presStyleCnt="0"/>
      <dgm:spPr/>
    </dgm:pt>
    <dgm:pt modelId="{DC45F91C-99A0-496C-A23B-1764554C0C7A}" type="pres">
      <dgm:prSet presAssocID="{F4A9D186-6559-471C-92E6-5DB0E0272136}" presName="thinLine2b" presStyleLbl="callout" presStyleIdx="5" presStyleCnt="7"/>
      <dgm:spPr/>
    </dgm:pt>
    <dgm:pt modelId="{C8C6238A-9EED-4CD2-913C-71AD82C2D1DE}" type="pres">
      <dgm:prSet presAssocID="{F4A9D186-6559-471C-92E6-5DB0E0272136}" presName="vertSpace2b" presStyleCnt="0"/>
      <dgm:spPr/>
    </dgm:pt>
    <dgm:pt modelId="{792EE690-AE05-429C-A513-B694A5B6D551}" type="pres">
      <dgm:prSet presAssocID="{8FB176C4-ED04-44C1-A340-9C2F5FA18BBE}" presName="horz2" presStyleCnt="0"/>
      <dgm:spPr/>
    </dgm:pt>
    <dgm:pt modelId="{4A33D836-A2C6-4112-A90F-A1C80D2EF0DC}" type="pres">
      <dgm:prSet presAssocID="{8FB176C4-ED04-44C1-A340-9C2F5FA18BBE}" presName="horzSpace2" presStyleCnt="0"/>
      <dgm:spPr/>
    </dgm:pt>
    <dgm:pt modelId="{E020527A-7AA7-47D1-8B39-7B5AD9D1EC5D}" type="pres">
      <dgm:prSet presAssocID="{8FB176C4-ED04-44C1-A340-9C2F5FA18BBE}" presName="tx2" presStyleLbl="revTx" presStyleIdx="8" presStyleCnt="9"/>
      <dgm:spPr/>
    </dgm:pt>
    <dgm:pt modelId="{79BDB30A-89B0-4A99-A033-9733E94D4BB1}" type="pres">
      <dgm:prSet presAssocID="{8FB176C4-ED04-44C1-A340-9C2F5FA18BBE}" presName="vert2" presStyleCnt="0"/>
      <dgm:spPr/>
    </dgm:pt>
    <dgm:pt modelId="{BEB42B95-19DB-4332-84CF-A29619BDF915}" type="pres">
      <dgm:prSet presAssocID="{8FB176C4-ED04-44C1-A340-9C2F5FA18BBE}" presName="thinLine2b" presStyleLbl="callout" presStyleIdx="6" presStyleCnt="7"/>
      <dgm:spPr/>
    </dgm:pt>
    <dgm:pt modelId="{F151E894-89F5-45FA-B1F9-B3E027238D9E}" type="pres">
      <dgm:prSet presAssocID="{8FB176C4-ED04-44C1-A340-9C2F5FA18BBE}" presName="vertSpace2b" presStyleCnt="0"/>
      <dgm:spPr/>
    </dgm:pt>
  </dgm:ptLst>
  <dgm:cxnLst>
    <dgm:cxn modelId="{02AD8E05-FF95-463B-A3BC-BF5B851A541F}" srcId="{FB598CE9-E120-484B-A0A8-032911D328B5}" destId="{10F3984E-3468-420B-BB6F-D8B7DB56DC5F}" srcOrd="1" destOrd="0" parTransId="{0D8EF608-0CC1-4AEA-AC26-B00D57282F49}" sibTransId="{BB26D8B6-6015-4A01-99E4-20E6BD197C53}"/>
    <dgm:cxn modelId="{D7A2CF08-035F-4EC6-827B-3DA5488A7366}" type="presOf" srcId="{0E41262B-6F8E-447A-9BEB-E5A6AB2498FA}" destId="{F2A2E714-1CEC-4700-B152-72D9B4F9C67C}" srcOrd="0" destOrd="0" presId="urn:microsoft.com/office/officeart/2008/layout/LinedList"/>
    <dgm:cxn modelId="{542CA20B-B0FB-4EAE-9936-9F3D93E9AD9E}" type="presOf" srcId="{8FB176C4-ED04-44C1-A340-9C2F5FA18BBE}" destId="{E020527A-7AA7-47D1-8B39-7B5AD9D1EC5D}" srcOrd="0" destOrd="0" presId="urn:microsoft.com/office/officeart/2008/layout/LinedList"/>
    <dgm:cxn modelId="{5FD1EB1E-06AD-4655-93A9-ED705A2A59C6}" srcId="{5B52A65D-3CB2-4F5E-B9EA-2576B6C30914}" destId="{2DB16804-7EC3-4756-A4A0-2F613607DE83}" srcOrd="1" destOrd="0" parTransId="{2B7DCD86-C27D-48B1-8E0F-B16725E915A7}" sibTransId="{98592E5D-CBAD-4E94-B39D-B8F66E00A921}"/>
    <dgm:cxn modelId="{38908322-ED82-4BCE-B44A-B559E583981B}" type="presOf" srcId="{5BEE3711-9D34-4162-B5C6-F19EA1DF11F4}" destId="{5A9E7214-E2B5-42E6-8FDE-5E4DCC01206A}" srcOrd="0" destOrd="0" presId="urn:microsoft.com/office/officeart/2008/layout/LinedList"/>
    <dgm:cxn modelId="{16DC1630-7337-403D-92F2-9BBED230AC90}" srcId="{2DB16804-7EC3-4756-A4A0-2F613607DE83}" destId="{F4A9D186-6559-471C-92E6-5DB0E0272136}" srcOrd="1" destOrd="0" parTransId="{988F9257-EC3E-4794-A08F-9D06BCD22E26}" sibTransId="{81EC1FD9-6D1A-4FB9-9A95-DFA2758F6B9B}"/>
    <dgm:cxn modelId="{B7EBA830-CACE-449D-9631-347F39184902}" type="presOf" srcId="{5B52A65D-3CB2-4F5E-B9EA-2576B6C30914}" destId="{E3033D96-F367-4C44-8BC5-76DC330519C9}" srcOrd="0" destOrd="0" presId="urn:microsoft.com/office/officeart/2008/layout/LinedList"/>
    <dgm:cxn modelId="{2685C74A-AEB4-46EB-AEAE-81F1C65174C8}" srcId="{FB598CE9-E120-484B-A0A8-032911D328B5}" destId="{5BEE3711-9D34-4162-B5C6-F19EA1DF11F4}" srcOrd="2" destOrd="0" parTransId="{86C38BF4-3C79-4E45-A36F-848F62B90A0E}" sibTransId="{3C5DA563-4BF7-4F3D-9401-008758D731CD}"/>
    <dgm:cxn modelId="{BA47ED6F-FF16-495B-8971-B2BC565F1280}" srcId="{2DB16804-7EC3-4756-A4A0-2F613607DE83}" destId="{8FB176C4-ED04-44C1-A340-9C2F5FA18BBE}" srcOrd="2" destOrd="0" parTransId="{E7C421C0-5296-4078-A71A-8135FE747186}" sibTransId="{AF34DC3C-EC92-4C27-A2A5-F86A30F38B8E}"/>
    <dgm:cxn modelId="{7C0D3753-DB6E-48B8-863B-FFA60728345B}" type="presOf" srcId="{2DB16804-7EC3-4756-A4A0-2F613607DE83}" destId="{262E61A4-F51F-4B23-8EC9-4A21D12C2CB4}" srcOrd="0" destOrd="0" presId="urn:microsoft.com/office/officeart/2008/layout/LinedList"/>
    <dgm:cxn modelId="{3CD16C8C-AC8F-4A93-BF02-D16AE74BF173}" srcId="{5B52A65D-3CB2-4F5E-B9EA-2576B6C30914}" destId="{FB598CE9-E120-484B-A0A8-032911D328B5}" srcOrd="0" destOrd="0" parTransId="{E7A87EE5-C584-4367-88AE-512F929C912B}" sibTransId="{87BF55AF-8EBF-44DF-B331-25B534637272}"/>
    <dgm:cxn modelId="{F966D09D-5755-4330-9340-D8ABB0558551}" srcId="{2DB16804-7EC3-4756-A4A0-2F613607DE83}" destId="{0E41262B-6F8E-447A-9BEB-E5A6AB2498FA}" srcOrd="0" destOrd="0" parTransId="{793289E5-0276-4A8E-AB10-0A065241BD88}" sibTransId="{840A5F0E-1190-4EA6-87CB-036251D1525A}"/>
    <dgm:cxn modelId="{A5CA07A4-6702-451F-B270-6C5F45782386}" type="presOf" srcId="{F4A9D186-6559-471C-92E6-5DB0E0272136}" destId="{04B30963-DC63-4CB5-9281-8CEFB5132F88}" srcOrd="0" destOrd="0" presId="urn:microsoft.com/office/officeart/2008/layout/LinedList"/>
    <dgm:cxn modelId="{C7FA4BB2-7636-4A45-A51A-37A6A9829117}" type="presOf" srcId="{0A725BF3-66F1-44BC-A50B-37C23E7EB09A}" destId="{698BEDDA-30DF-4538-B74D-A5E77D18067C}" srcOrd="0" destOrd="0" presId="urn:microsoft.com/office/officeart/2008/layout/LinedList"/>
    <dgm:cxn modelId="{5BD0BBD9-C6AA-4140-A709-077E5618A0D6}" srcId="{FB598CE9-E120-484B-A0A8-032911D328B5}" destId="{7A17ECB1-B930-48F7-A01C-410C333CFA42}" srcOrd="0" destOrd="0" parTransId="{E34DDF2D-754C-45A9-85DE-185CCCCE5165}" sibTransId="{1A7B348D-78C5-4FF9-83B2-398560F387F2}"/>
    <dgm:cxn modelId="{464E02DC-B6D5-436A-8388-C85436FB2069}" srcId="{FB598CE9-E120-484B-A0A8-032911D328B5}" destId="{0A725BF3-66F1-44BC-A50B-37C23E7EB09A}" srcOrd="3" destOrd="0" parTransId="{9C7AA762-DEA5-43AB-9474-9088F1F96793}" sibTransId="{FE151D99-591C-47CD-9FBA-32190304535B}"/>
    <dgm:cxn modelId="{0332BADE-BEB1-4E28-9687-4660E042E6AB}" type="presOf" srcId="{10F3984E-3468-420B-BB6F-D8B7DB56DC5F}" destId="{143363A1-E09D-4244-96DF-CDB249577BE9}" srcOrd="0" destOrd="0" presId="urn:microsoft.com/office/officeart/2008/layout/LinedList"/>
    <dgm:cxn modelId="{D8C387E4-A5BD-463A-BE1C-CA57C2F6D0FD}" type="presOf" srcId="{7A17ECB1-B930-48F7-A01C-410C333CFA42}" destId="{CCC73371-0F22-4474-832E-C10515A061A1}" srcOrd="0" destOrd="0" presId="urn:microsoft.com/office/officeart/2008/layout/LinedList"/>
    <dgm:cxn modelId="{018389F3-47BB-4663-AA31-9E66B053BC02}" type="presOf" srcId="{FB598CE9-E120-484B-A0A8-032911D328B5}" destId="{DD3036BA-CEE7-429C-8A81-0625B2E5E3AF}" srcOrd="0" destOrd="0" presId="urn:microsoft.com/office/officeart/2008/layout/LinedList"/>
    <dgm:cxn modelId="{48D9DBD0-8C0C-4075-B9AF-BB0B942760E5}" type="presParOf" srcId="{E3033D96-F367-4C44-8BC5-76DC330519C9}" destId="{8630E249-7474-46FB-AD1B-38E8492DDFF2}" srcOrd="0" destOrd="0" presId="urn:microsoft.com/office/officeart/2008/layout/LinedList"/>
    <dgm:cxn modelId="{A9FDE6FA-A21C-47F0-B590-F1D731C62981}" type="presParOf" srcId="{E3033D96-F367-4C44-8BC5-76DC330519C9}" destId="{BE43A2FE-995C-4B57-B5F2-F9A145BB6F53}" srcOrd="1" destOrd="0" presId="urn:microsoft.com/office/officeart/2008/layout/LinedList"/>
    <dgm:cxn modelId="{23BDD3CB-5B0A-4F53-BE94-43E95595659C}" type="presParOf" srcId="{BE43A2FE-995C-4B57-B5F2-F9A145BB6F53}" destId="{DD3036BA-CEE7-429C-8A81-0625B2E5E3AF}" srcOrd="0" destOrd="0" presId="urn:microsoft.com/office/officeart/2008/layout/LinedList"/>
    <dgm:cxn modelId="{0AB5E9D4-EFB9-45AE-8774-B472FFC5E644}" type="presParOf" srcId="{BE43A2FE-995C-4B57-B5F2-F9A145BB6F53}" destId="{EF7FE657-11FE-4FF6-9568-2BEB4720327A}" srcOrd="1" destOrd="0" presId="urn:microsoft.com/office/officeart/2008/layout/LinedList"/>
    <dgm:cxn modelId="{3021233B-2646-438F-8361-133BB7B69B6F}" type="presParOf" srcId="{EF7FE657-11FE-4FF6-9568-2BEB4720327A}" destId="{3AD59613-6792-471B-B07F-29DA113F46D9}" srcOrd="0" destOrd="0" presId="urn:microsoft.com/office/officeart/2008/layout/LinedList"/>
    <dgm:cxn modelId="{3D8ECCBC-BDB7-4860-91D8-6642D0CE00DE}" type="presParOf" srcId="{EF7FE657-11FE-4FF6-9568-2BEB4720327A}" destId="{7CE2E641-1D91-4411-9D2D-EEBE21A638FE}" srcOrd="1" destOrd="0" presId="urn:microsoft.com/office/officeart/2008/layout/LinedList"/>
    <dgm:cxn modelId="{BCBFFB44-39A7-4855-9645-5BE669B95191}" type="presParOf" srcId="{7CE2E641-1D91-4411-9D2D-EEBE21A638FE}" destId="{C9D43883-BF32-4D56-AA6E-F9F3E52D613E}" srcOrd="0" destOrd="0" presId="urn:microsoft.com/office/officeart/2008/layout/LinedList"/>
    <dgm:cxn modelId="{18E0DE0E-883A-4D31-ACDD-A79ACEEE955E}" type="presParOf" srcId="{7CE2E641-1D91-4411-9D2D-EEBE21A638FE}" destId="{CCC73371-0F22-4474-832E-C10515A061A1}" srcOrd="1" destOrd="0" presId="urn:microsoft.com/office/officeart/2008/layout/LinedList"/>
    <dgm:cxn modelId="{8F78D1C0-F0F8-4ECD-AC9D-899C085349C3}" type="presParOf" srcId="{7CE2E641-1D91-4411-9D2D-EEBE21A638FE}" destId="{B37CB7B0-CED4-4710-BD7D-6D5EA4C9E763}" srcOrd="2" destOrd="0" presId="urn:microsoft.com/office/officeart/2008/layout/LinedList"/>
    <dgm:cxn modelId="{2E48E6EC-7D34-4C16-98C8-13D9ADF052BE}" type="presParOf" srcId="{EF7FE657-11FE-4FF6-9568-2BEB4720327A}" destId="{EEF26DAC-05C5-4142-95C6-F02287078259}" srcOrd="2" destOrd="0" presId="urn:microsoft.com/office/officeart/2008/layout/LinedList"/>
    <dgm:cxn modelId="{5431C659-7845-4F37-B18B-3E59410A780D}" type="presParOf" srcId="{EF7FE657-11FE-4FF6-9568-2BEB4720327A}" destId="{08A964BF-3B5B-486F-9DBE-8EB969EB1040}" srcOrd="3" destOrd="0" presId="urn:microsoft.com/office/officeart/2008/layout/LinedList"/>
    <dgm:cxn modelId="{67A345D5-A599-4B01-B2C8-B2F5556E8A9F}" type="presParOf" srcId="{EF7FE657-11FE-4FF6-9568-2BEB4720327A}" destId="{D4625B53-3944-4A76-BAE4-6E0637321D9D}" srcOrd="4" destOrd="0" presId="urn:microsoft.com/office/officeart/2008/layout/LinedList"/>
    <dgm:cxn modelId="{50108CB3-1658-470D-A6F1-0C27F57C2C56}" type="presParOf" srcId="{D4625B53-3944-4A76-BAE4-6E0637321D9D}" destId="{6A937F75-023D-41A3-8C1C-DF627F28BC4A}" srcOrd="0" destOrd="0" presId="urn:microsoft.com/office/officeart/2008/layout/LinedList"/>
    <dgm:cxn modelId="{7B79A199-40E7-41B9-8097-E5E6C0DF21B4}" type="presParOf" srcId="{D4625B53-3944-4A76-BAE4-6E0637321D9D}" destId="{143363A1-E09D-4244-96DF-CDB249577BE9}" srcOrd="1" destOrd="0" presId="urn:microsoft.com/office/officeart/2008/layout/LinedList"/>
    <dgm:cxn modelId="{DAC6D7EB-FCEE-43FC-A8B6-8A3F4D6B86C1}" type="presParOf" srcId="{D4625B53-3944-4A76-BAE4-6E0637321D9D}" destId="{F3FBC2F4-DB7E-4C52-88E4-1FFC98524B24}" srcOrd="2" destOrd="0" presId="urn:microsoft.com/office/officeart/2008/layout/LinedList"/>
    <dgm:cxn modelId="{357F0F4C-6DFE-4D50-96F4-CA77ACADD8DB}" type="presParOf" srcId="{EF7FE657-11FE-4FF6-9568-2BEB4720327A}" destId="{41018009-AFE0-4182-A41E-EACA9969EB57}" srcOrd="5" destOrd="0" presId="urn:microsoft.com/office/officeart/2008/layout/LinedList"/>
    <dgm:cxn modelId="{8A8E2A59-A7A3-405B-A066-58DF4993B43D}" type="presParOf" srcId="{EF7FE657-11FE-4FF6-9568-2BEB4720327A}" destId="{7CBBD2AA-32E1-4556-862D-DD3814B5C718}" srcOrd="6" destOrd="0" presId="urn:microsoft.com/office/officeart/2008/layout/LinedList"/>
    <dgm:cxn modelId="{61566E8B-D987-4106-8B5F-A861057776B8}" type="presParOf" srcId="{EF7FE657-11FE-4FF6-9568-2BEB4720327A}" destId="{FF989A58-145A-49E3-B786-0BE86F9DD8A3}" srcOrd="7" destOrd="0" presId="urn:microsoft.com/office/officeart/2008/layout/LinedList"/>
    <dgm:cxn modelId="{ECCC434D-85FB-431A-84CE-7D09F9AC8B39}" type="presParOf" srcId="{FF989A58-145A-49E3-B786-0BE86F9DD8A3}" destId="{01A66FA8-FBBE-4373-B1E6-E00022DBDC61}" srcOrd="0" destOrd="0" presId="urn:microsoft.com/office/officeart/2008/layout/LinedList"/>
    <dgm:cxn modelId="{4580EB06-CC6F-409A-8682-D0A6B0A0511C}" type="presParOf" srcId="{FF989A58-145A-49E3-B786-0BE86F9DD8A3}" destId="{5A9E7214-E2B5-42E6-8FDE-5E4DCC01206A}" srcOrd="1" destOrd="0" presId="urn:microsoft.com/office/officeart/2008/layout/LinedList"/>
    <dgm:cxn modelId="{01FE174B-132D-4184-B9C0-FAD04E1B98FE}" type="presParOf" srcId="{FF989A58-145A-49E3-B786-0BE86F9DD8A3}" destId="{EFAD3590-CB8E-4D3E-AF1C-E8CB26E1E499}" srcOrd="2" destOrd="0" presId="urn:microsoft.com/office/officeart/2008/layout/LinedList"/>
    <dgm:cxn modelId="{5B3C5EA7-EB90-48C1-A635-05FAB0855D43}" type="presParOf" srcId="{EF7FE657-11FE-4FF6-9568-2BEB4720327A}" destId="{A2B096A1-D068-46B4-8875-E4C47B095A69}" srcOrd="8" destOrd="0" presId="urn:microsoft.com/office/officeart/2008/layout/LinedList"/>
    <dgm:cxn modelId="{49A405FC-E006-482A-9F94-F8FA84031570}" type="presParOf" srcId="{EF7FE657-11FE-4FF6-9568-2BEB4720327A}" destId="{544586FA-D17C-4486-98ED-EB83E1BE3614}" srcOrd="9" destOrd="0" presId="urn:microsoft.com/office/officeart/2008/layout/LinedList"/>
    <dgm:cxn modelId="{68F5F973-285B-4DA7-8936-25B56FCA1E45}" type="presParOf" srcId="{EF7FE657-11FE-4FF6-9568-2BEB4720327A}" destId="{83A718AB-C2A6-4E81-85CA-DE52A5F6736E}" srcOrd="10" destOrd="0" presId="urn:microsoft.com/office/officeart/2008/layout/LinedList"/>
    <dgm:cxn modelId="{98A4DE9F-7E25-4811-8E58-EA5EBEFC88A0}" type="presParOf" srcId="{83A718AB-C2A6-4E81-85CA-DE52A5F6736E}" destId="{7240606B-3871-4D66-A51E-810EDC4A10A7}" srcOrd="0" destOrd="0" presId="urn:microsoft.com/office/officeart/2008/layout/LinedList"/>
    <dgm:cxn modelId="{6B80A843-AF4A-49F9-B45A-E63538FF994A}" type="presParOf" srcId="{83A718AB-C2A6-4E81-85CA-DE52A5F6736E}" destId="{698BEDDA-30DF-4538-B74D-A5E77D18067C}" srcOrd="1" destOrd="0" presId="urn:microsoft.com/office/officeart/2008/layout/LinedList"/>
    <dgm:cxn modelId="{BCEC2E80-644C-4047-8FF4-D723B9D6B63C}" type="presParOf" srcId="{83A718AB-C2A6-4E81-85CA-DE52A5F6736E}" destId="{9B9007DE-586C-4EBC-BED5-3ECBD1808414}" srcOrd="2" destOrd="0" presId="urn:microsoft.com/office/officeart/2008/layout/LinedList"/>
    <dgm:cxn modelId="{34FDA1CD-4CA5-48BB-BAFB-17EBA1F23B4C}" type="presParOf" srcId="{EF7FE657-11FE-4FF6-9568-2BEB4720327A}" destId="{FDE70AAD-D4DB-4F12-BA5C-670A3860F396}" srcOrd="11" destOrd="0" presId="urn:microsoft.com/office/officeart/2008/layout/LinedList"/>
    <dgm:cxn modelId="{F56A6658-8543-4E26-8B29-D84D24FB822D}" type="presParOf" srcId="{EF7FE657-11FE-4FF6-9568-2BEB4720327A}" destId="{BDD14B24-9CFD-4C91-8BDD-73737A038822}" srcOrd="12" destOrd="0" presId="urn:microsoft.com/office/officeart/2008/layout/LinedList"/>
    <dgm:cxn modelId="{4973AC86-6652-49CD-99C5-F1FF0E94E7EE}" type="presParOf" srcId="{E3033D96-F367-4C44-8BC5-76DC330519C9}" destId="{842AFA0A-6913-474F-863A-DC6D7E59941A}" srcOrd="2" destOrd="0" presId="urn:microsoft.com/office/officeart/2008/layout/LinedList"/>
    <dgm:cxn modelId="{BA6B1F28-4A68-41F0-8226-1DD8C4161458}" type="presParOf" srcId="{E3033D96-F367-4C44-8BC5-76DC330519C9}" destId="{E28D0738-A91D-4C28-B619-18463502C87E}" srcOrd="3" destOrd="0" presId="urn:microsoft.com/office/officeart/2008/layout/LinedList"/>
    <dgm:cxn modelId="{7C53163A-24BB-4DFB-B464-F8ED18722FC8}" type="presParOf" srcId="{E28D0738-A91D-4C28-B619-18463502C87E}" destId="{262E61A4-F51F-4B23-8EC9-4A21D12C2CB4}" srcOrd="0" destOrd="0" presId="urn:microsoft.com/office/officeart/2008/layout/LinedList"/>
    <dgm:cxn modelId="{F102AF6D-BC63-4762-AECD-618BB92603BA}" type="presParOf" srcId="{E28D0738-A91D-4C28-B619-18463502C87E}" destId="{92D4A18F-7C4B-4A83-9A81-CC451F666D33}" srcOrd="1" destOrd="0" presId="urn:microsoft.com/office/officeart/2008/layout/LinedList"/>
    <dgm:cxn modelId="{1667F9C3-B4D3-4F56-B066-C2AFBDA15ADC}" type="presParOf" srcId="{92D4A18F-7C4B-4A83-9A81-CC451F666D33}" destId="{CC20607D-DA1B-403A-917F-3C81803E3B28}" srcOrd="0" destOrd="0" presId="urn:microsoft.com/office/officeart/2008/layout/LinedList"/>
    <dgm:cxn modelId="{A492BD1B-FD84-46F1-8178-442E6C5FFD4C}" type="presParOf" srcId="{92D4A18F-7C4B-4A83-9A81-CC451F666D33}" destId="{3AAB601A-EDD3-4052-9F32-D33E4F20268C}" srcOrd="1" destOrd="0" presId="urn:microsoft.com/office/officeart/2008/layout/LinedList"/>
    <dgm:cxn modelId="{EB7E5585-0F71-4D91-A11E-BEC48EF226F2}" type="presParOf" srcId="{3AAB601A-EDD3-4052-9F32-D33E4F20268C}" destId="{A7383DE7-6461-4F1B-9772-539B14822630}" srcOrd="0" destOrd="0" presId="urn:microsoft.com/office/officeart/2008/layout/LinedList"/>
    <dgm:cxn modelId="{CAA8387D-27E9-4D6A-8F18-CE7025A3673B}" type="presParOf" srcId="{3AAB601A-EDD3-4052-9F32-D33E4F20268C}" destId="{F2A2E714-1CEC-4700-B152-72D9B4F9C67C}" srcOrd="1" destOrd="0" presId="urn:microsoft.com/office/officeart/2008/layout/LinedList"/>
    <dgm:cxn modelId="{D72C43FA-DDFE-4C1D-9178-A8F27DA47C4D}" type="presParOf" srcId="{3AAB601A-EDD3-4052-9F32-D33E4F20268C}" destId="{DCFA3EAE-9C95-458E-8AEA-A7734263DD6A}" srcOrd="2" destOrd="0" presId="urn:microsoft.com/office/officeart/2008/layout/LinedList"/>
    <dgm:cxn modelId="{7B84AB25-4E10-4FA5-BEBB-126D7C126B62}" type="presParOf" srcId="{92D4A18F-7C4B-4A83-9A81-CC451F666D33}" destId="{7B14471A-1142-4810-AE36-52FB915455A9}" srcOrd="2" destOrd="0" presId="urn:microsoft.com/office/officeart/2008/layout/LinedList"/>
    <dgm:cxn modelId="{56C0894C-53D0-45AB-B321-17B80972B725}" type="presParOf" srcId="{92D4A18F-7C4B-4A83-9A81-CC451F666D33}" destId="{FF3775E7-B1E2-4D11-A983-0AC087A1AB42}" srcOrd="3" destOrd="0" presId="urn:microsoft.com/office/officeart/2008/layout/LinedList"/>
    <dgm:cxn modelId="{8593D553-73C0-430C-86B6-789A55E2AD55}" type="presParOf" srcId="{92D4A18F-7C4B-4A83-9A81-CC451F666D33}" destId="{C3F56554-D487-485A-99B1-2E39CCDD7237}" srcOrd="4" destOrd="0" presId="urn:microsoft.com/office/officeart/2008/layout/LinedList"/>
    <dgm:cxn modelId="{C8A848B6-3EA0-4F4C-849D-2179481C9B48}" type="presParOf" srcId="{C3F56554-D487-485A-99B1-2E39CCDD7237}" destId="{3BE70D6E-5059-4E59-9420-96645939A412}" srcOrd="0" destOrd="0" presId="urn:microsoft.com/office/officeart/2008/layout/LinedList"/>
    <dgm:cxn modelId="{D7400006-5C14-4544-932E-C308B1FD1F90}" type="presParOf" srcId="{C3F56554-D487-485A-99B1-2E39CCDD7237}" destId="{04B30963-DC63-4CB5-9281-8CEFB5132F88}" srcOrd="1" destOrd="0" presId="urn:microsoft.com/office/officeart/2008/layout/LinedList"/>
    <dgm:cxn modelId="{07F24C32-133F-4002-AB0D-164871D81503}" type="presParOf" srcId="{C3F56554-D487-485A-99B1-2E39CCDD7237}" destId="{7C3924FC-E508-43BA-B9AB-5DA855D1B00F}" srcOrd="2" destOrd="0" presId="urn:microsoft.com/office/officeart/2008/layout/LinedList"/>
    <dgm:cxn modelId="{A13688EF-53FB-45EF-974B-A83686477480}" type="presParOf" srcId="{92D4A18F-7C4B-4A83-9A81-CC451F666D33}" destId="{DC45F91C-99A0-496C-A23B-1764554C0C7A}" srcOrd="5" destOrd="0" presId="urn:microsoft.com/office/officeart/2008/layout/LinedList"/>
    <dgm:cxn modelId="{7BDE6D01-5A5A-4D06-A4A5-7315BA79F325}" type="presParOf" srcId="{92D4A18F-7C4B-4A83-9A81-CC451F666D33}" destId="{C8C6238A-9EED-4CD2-913C-71AD82C2D1DE}" srcOrd="6" destOrd="0" presId="urn:microsoft.com/office/officeart/2008/layout/LinedList"/>
    <dgm:cxn modelId="{D39FB7E5-BADA-477A-A388-29F8ECE9CC74}" type="presParOf" srcId="{92D4A18F-7C4B-4A83-9A81-CC451F666D33}" destId="{792EE690-AE05-429C-A513-B694A5B6D551}" srcOrd="7" destOrd="0" presId="urn:microsoft.com/office/officeart/2008/layout/LinedList"/>
    <dgm:cxn modelId="{8478302E-01F6-4BA6-90DA-0C21EEA57577}" type="presParOf" srcId="{792EE690-AE05-429C-A513-B694A5B6D551}" destId="{4A33D836-A2C6-4112-A90F-A1C80D2EF0DC}" srcOrd="0" destOrd="0" presId="urn:microsoft.com/office/officeart/2008/layout/LinedList"/>
    <dgm:cxn modelId="{583C2EE0-3F8B-4F22-9DEB-D974770069CA}" type="presParOf" srcId="{792EE690-AE05-429C-A513-B694A5B6D551}" destId="{E020527A-7AA7-47D1-8B39-7B5AD9D1EC5D}" srcOrd="1" destOrd="0" presId="urn:microsoft.com/office/officeart/2008/layout/LinedList"/>
    <dgm:cxn modelId="{15FC6633-862F-4DF8-9F07-9622E2CB9960}" type="presParOf" srcId="{792EE690-AE05-429C-A513-B694A5B6D551}" destId="{79BDB30A-89B0-4A99-A033-9733E94D4BB1}" srcOrd="2" destOrd="0" presId="urn:microsoft.com/office/officeart/2008/layout/LinedList"/>
    <dgm:cxn modelId="{03990526-FFF3-49CE-8FA4-674C83A24ED6}" type="presParOf" srcId="{92D4A18F-7C4B-4A83-9A81-CC451F666D33}" destId="{BEB42B95-19DB-4332-84CF-A29619BDF915}" srcOrd="8" destOrd="0" presId="urn:microsoft.com/office/officeart/2008/layout/LinedList"/>
    <dgm:cxn modelId="{1DCBC6B9-8AED-46A1-8A7A-212951D5DA70}" type="presParOf" srcId="{92D4A18F-7C4B-4A83-9A81-CC451F666D33}" destId="{F151E894-89F5-45FA-B1F9-B3E027238D9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42FA5-D310-4871-BCF3-04DC5FBEC2DA}">
      <dsp:nvSpPr>
        <dsp:cNvPr id="0" name=""/>
        <dsp:cNvSpPr/>
      </dsp:nvSpPr>
      <dsp:spPr>
        <a:xfrm>
          <a:off x="0" y="131342"/>
          <a:ext cx="5343082" cy="884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A comprehensive system doesn't just watch servers; it monitors four distinct areas:</a:t>
          </a:r>
          <a:endParaRPr lang="en-US" sz="2400" kern="1200"/>
        </a:p>
      </dsp:txBody>
      <dsp:txXfrm>
        <a:off x="43179" y="174521"/>
        <a:ext cx="5256724" cy="798162"/>
      </dsp:txXfrm>
    </dsp:sp>
    <dsp:sp modelId="{EEF8F52E-38CC-4F05-88D4-1B550D8BAEC6}">
      <dsp:nvSpPr>
        <dsp:cNvPr id="0" name=""/>
        <dsp:cNvSpPr/>
      </dsp:nvSpPr>
      <dsp:spPr>
        <a:xfrm>
          <a:off x="0" y="1015862"/>
          <a:ext cx="5343082" cy="3974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43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baseline="0"/>
            <a:t>IT Infrastructure:</a:t>
          </a:r>
          <a:r>
            <a:rPr lang="en-US" sz="1900" b="0" i="0" kern="1200" baseline="0"/>
            <a:t> Tracks server health (CPU, RAM, storage), virtual machines (VMs), and application performance to prevent crashes.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baseline="0"/>
            <a:t>Power &amp; Energy:</a:t>
          </a:r>
          <a:r>
            <a:rPr lang="en-US" sz="1900" b="0" i="0" kern="1200" baseline="0"/>
            <a:t> Monitors UPS (Uninterruptible Power Supply), PDUs (Power Distribution Units), and backup generators. It calculates </a:t>
          </a:r>
          <a:r>
            <a:rPr lang="en-US" sz="1900" b="1" i="0" kern="1200" baseline="0"/>
            <a:t>PUE (Power Usage Effectiveness)</a:t>
          </a:r>
          <a:r>
            <a:rPr lang="en-US" sz="1900" b="0" i="0" kern="1200" baseline="0"/>
            <a:t> to measure efficiency.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baseline="0"/>
            <a:t>Environmental Conditions:</a:t>
          </a:r>
          <a:r>
            <a:rPr lang="en-US" sz="1900" b="0" i="0" kern="1200" baseline="0"/>
            <a:t> Uses sensors to track temperature, humidity, airflow, and "liquid leaks" to prevent hardware damage from overheating or moisture.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baseline="0"/>
            <a:t>Security (Physical &amp; Cyber):</a:t>
          </a:r>
          <a:r>
            <a:rPr lang="en-US" sz="1900" b="0" i="0" kern="1200" baseline="0"/>
            <a:t> Includes rack door sensors, CCTV, and biometric access logs, alongside digital monitoring for unauthorized network intrusions.</a:t>
          </a:r>
          <a:endParaRPr lang="en-US" sz="1900" kern="1200"/>
        </a:p>
      </dsp:txBody>
      <dsp:txXfrm>
        <a:off x="0" y="1015862"/>
        <a:ext cx="5343082" cy="3974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2194F-077E-47AD-A16F-61CAB714B4B8}">
      <dsp:nvSpPr>
        <dsp:cNvPr id="0" name=""/>
        <dsp:cNvSpPr/>
      </dsp:nvSpPr>
      <dsp:spPr>
        <a:xfrm>
          <a:off x="0" y="2125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6B2C2-1C65-4EAC-8BD2-3441A5B85C77}">
      <dsp:nvSpPr>
        <dsp:cNvPr id="0" name=""/>
        <dsp:cNvSpPr/>
      </dsp:nvSpPr>
      <dsp:spPr>
        <a:xfrm>
          <a:off x="325894" y="244526"/>
          <a:ext cx="592535" cy="592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2E8BE-4DD2-4818-A70A-3E5979FB0610}">
      <dsp:nvSpPr>
        <dsp:cNvPr id="0" name=""/>
        <dsp:cNvSpPr/>
      </dsp:nvSpPr>
      <dsp:spPr>
        <a:xfrm>
          <a:off x="1244325" y="2125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Collection:</a:t>
          </a:r>
          <a:r>
            <a:rPr lang="en-US" sz="1700" b="0" i="0" kern="1200" baseline="0"/>
            <a:t> Physical sensors (thermal, humidity) and software protocols (SNMP, Modbus) gather raw data from every device.</a:t>
          </a:r>
          <a:endParaRPr lang="en-US" sz="1700" kern="1200"/>
        </a:p>
      </dsp:txBody>
      <dsp:txXfrm>
        <a:off x="1244325" y="2125"/>
        <a:ext cx="4098757" cy="1077337"/>
      </dsp:txXfrm>
    </dsp:sp>
    <dsp:sp modelId="{2C05C161-17DA-434F-A733-FB60D277BAA4}">
      <dsp:nvSpPr>
        <dsp:cNvPr id="0" name=""/>
        <dsp:cNvSpPr/>
      </dsp:nvSpPr>
      <dsp:spPr>
        <a:xfrm>
          <a:off x="0" y="1348797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C8658-C531-4D5A-92CB-48CFCFC20303}">
      <dsp:nvSpPr>
        <dsp:cNvPr id="0" name=""/>
        <dsp:cNvSpPr/>
      </dsp:nvSpPr>
      <dsp:spPr>
        <a:xfrm>
          <a:off x="325894" y="1591198"/>
          <a:ext cx="592535" cy="592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8D727-AF74-4C48-B189-0AC89DE8427A}">
      <dsp:nvSpPr>
        <dsp:cNvPr id="0" name=""/>
        <dsp:cNvSpPr/>
      </dsp:nvSpPr>
      <dsp:spPr>
        <a:xfrm>
          <a:off x="1244325" y="1348797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Centralization:</a:t>
          </a:r>
          <a:r>
            <a:rPr lang="en-US" sz="1700" b="0" i="0" kern="1200" baseline="0"/>
            <a:t> This data is sent to a </a:t>
          </a:r>
          <a:r>
            <a:rPr lang="en-US" sz="1700" b="1" i="0" kern="1200" baseline="0"/>
            <a:t>DCIM (Data Center Infrastructure Management)</a:t>
          </a:r>
          <a:r>
            <a:rPr lang="en-US" sz="1700" b="0" i="0" kern="1200" baseline="0"/>
            <a:t> software platform.</a:t>
          </a:r>
          <a:endParaRPr lang="en-US" sz="1700" kern="1200"/>
        </a:p>
      </dsp:txBody>
      <dsp:txXfrm>
        <a:off x="1244325" y="1348797"/>
        <a:ext cx="4098757" cy="1077337"/>
      </dsp:txXfrm>
    </dsp:sp>
    <dsp:sp modelId="{86A342E0-75BC-4C54-AA2B-F50F654427A6}">
      <dsp:nvSpPr>
        <dsp:cNvPr id="0" name=""/>
        <dsp:cNvSpPr/>
      </dsp:nvSpPr>
      <dsp:spPr>
        <a:xfrm>
          <a:off x="0" y="2695470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BBAF0C-E7D7-49C8-BAF0-AD2AFECEE6B4}">
      <dsp:nvSpPr>
        <dsp:cNvPr id="0" name=""/>
        <dsp:cNvSpPr/>
      </dsp:nvSpPr>
      <dsp:spPr>
        <a:xfrm>
          <a:off x="325894" y="2937871"/>
          <a:ext cx="592535" cy="592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77A2A-6025-42AE-82F8-00A722B15B31}">
      <dsp:nvSpPr>
        <dsp:cNvPr id="0" name=""/>
        <dsp:cNvSpPr/>
      </dsp:nvSpPr>
      <dsp:spPr>
        <a:xfrm>
          <a:off x="1244325" y="2695470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Visualization:</a:t>
          </a:r>
          <a:r>
            <a:rPr lang="en-US" sz="1700" b="0" i="0" kern="1200" baseline="0"/>
            <a:t> Data is displayed on real-time dashboards (like the image I created for you) using 2D or 3D floor maps.</a:t>
          </a:r>
          <a:endParaRPr lang="en-US" sz="1700" kern="1200"/>
        </a:p>
      </dsp:txBody>
      <dsp:txXfrm>
        <a:off x="1244325" y="2695470"/>
        <a:ext cx="4098757" cy="1077337"/>
      </dsp:txXfrm>
    </dsp:sp>
    <dsp:sp modelId="{9DE08646-997A-456E-BCCE-2F31829ADDFC}">
      <dsp:nvSpPr>
        <dsp:cNvPr id="0" name=""/>
        <dsp:cNvSpPr/>
      </dsp:nvSpPr>
      <dsp:spPr>
        <a:xfrm>
          <a:off x="0" y="4042142"/>
          <a:ext cx="5343082" cy="10773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DF392-C0B9-4F6A-898A-7CE74E1EA8CD}">
      <dsp:nvSpPr>
        <dsp:cNvPr id="0" name=""/>
        <dsp:cNvSpPr/>
      </dsp:nvSpPr>
      <dsp:spPr>
        <a:xfrm>
          <a:off x="325894" y="4284543"/>
          <a:ext cx="592535" cy="5925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2C5BA5-FC6E-4AD0-895F-CD8E8624CE89}">
      <dsp:nvSpPr>
        <dsp:cNvPr id="0" name=""/>
        <dsp:cNvSpPr/>
      </dsp:nvSpPr>
      <dsp:spPr>
        <a:xfrm>
          <a:off x="1244325" y="4042142"/>
          <a:ext cx="4098757" cy="1077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18" tIns="114018" rIns="114018" bIns="114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Alerting:</a:t>
          </a:r>
          <a:r>
            <a:rPr lang="en-US" sz="1700" b="0" i="0" kern="1200" baseline="0"/>
            <a:t> If a metric crosses a "threshold" (e.g., a server rack gets too hot), the system sends instant alerts via SMS, email, or Slack.</a:t>
          </a:r>
          <a:endParaRPr lang="en-US" sz="1700" kern="1200"/>
        </a:p>
      </dsp:txBody>
      <dsp:txXfrm>
        <a:off x="1244325" y="4042142"/>
        <a:ext cx="4098757" cy="10773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0E249-7474-46FB-AD1B-38E8492DDFF2}">
      <dsp:nvSpPr>
        <dsp:cNvPr id="0" name=""/>
        <dsp:cNvSpPr/>
      </dsp:nvSpPr>
      <dsp:spPr>
        <a:xfrm>
          <a:off x="0" y="0"/>
          <a:ext cx="10134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036BA-CEE7-429C-8A81-0625B2E5E3AF}">
      <dsp:nvSpPr>
        <dsp:cNvPr id="0" name=""/>
        <dsp:cNvSpPr/>
      </dsp:nvSpPr>
      <dsp:spPr>
        <a:xfrm>
          <a:off x="0" y="0"/>
          <a:ext cx="2026920" cy="1984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Admin: </a:t>
          </a:r>
        </a:p>
      </dsp:txBody>
      <dsp:txXfrm>
        <a:off x="0" y="0"/>
        <a:ext cx="2026920" cy="1984671"/>
      </dsp:txXfrm>
    </dsp:sp>
    <dsp:sp modelId="{CCC73371-0F22-4474-832E-C10515A061A1}">
      <dsp:nvSpPr>
        <dsp:cNvPr id="0" name=""/>
        <dsp:cNvSpPr/>
      </dsp:nvSpPr>
      <dsp:spPr>
        <a:xfrm>
          <a:off x="2178939" y="23330"/>
          <a:ext cx="7955661" cy="466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Login to system or network</a:t>
          </a:r>
        </a:p>
      </dsp:txBody>
      <dsp:txXfrm>
        <a:off x="2178939" y="23330"/>
        <a:ext cx="7955661" cy="466610"/>
      </dsp:txXfrm>
    </dsp:sp>
    <dsp:sp modelId="{EEF26DAC-05C5-4142-95C6-F02287078259}">
      <dsp:nvSpPr>
        <dsp:cNvPr id="0" name=""/>
        <dsp:cNvSpPr/>
      </dsp:nvSpPr>
      <dsp:spPr>
        <a:xfrm>
          <a:off x="2026919" y="489941"/>
          <a:ext cx="8107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3363A1-E09D-4244-96DF-CDB249577BE9}">
      <dsp:nvSpPr>
        <dsp:cNvPr id="0" name=""/>
        <dsp:cNvSpPr/>
      </dsp:nvSpPr>
      <dsp:spPr>
        <a:xfrm>
          <a:off x="2178939" y="513271"/>
          <a:ext cx="7955661" cy="466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Accessing admin dashboard of the server or network</a:t>
          </a:r>
        </a:p>
      </dsp:txBody>
      <dsp:txXfrm>
        <a:off x="2178939" y="513271"/>
        <a:ext cx="7955661" cy="466610"/>
      </dsp:txXfrm>
    </dsp:sp>
    <dsp:sp modelId="{41018009-AFE0-4182-A41E-EACA9969EB57}">
      <dsp:nvSpPr>
        <dsp:cNvPr id="0" name=""/>
        <dsp:cNvSpPr/>
      </dsp:nvSpPr>
      <dsp:spPr>
        <a:xfrm>
          <a:off x="2026919" y="979882"/>
          <a:ext cx="8107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E7214-E2B5-42E6-8FDE-5E4DCC01206A}">
      <dsp:nvSpPr>
        <dsp:cNvPr id="0" name=""/>
        <dsp:cNvSpPr/>
      </dsp:nvSpPr>
      <dsp:spPr>
        <a:xfrm>
          <a:off x="2178939" y="1003213"/>
          <a:ext cx="7955661" cy="466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Configuration of the system and network</a:t>
          </a:r>
        </a:p>
      </dsp:txBody>
      <dsp:txXfrm>
        <a:off x="2178939" y="1003213"/>
        <a:ext cx="7955661" cy="466610"/>
      </dsp:txXfrm>
    </dsp:sp>
    <dsp:sp modelId="{A2B096A1-D068-46B4-8875-E4C47B095A69}">
      <dsp:nvSpPr>
        <dsp:cNvPr id="0" name=""/>
        <dsp:cNvSpPr/>
      </dsp:nvSpPr>
      <dsp:spPr>
        <a:xfrm>
          <a:off x="2026919" y="1469824"/>
          <a:ext cx="8107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8BEDDA-30DF-4538-B74D-A5E77D18067C}">
      <dsp:nvSpPr>
        <dsp:cNvPr id="0" name=""/>
        <dsp:cNvSpPr/>
      </dsp:nvSpPr>
      <dsp:spPr>
        <a:xfrm>
          <a:off x="2178938" y="1493154"/>
          <a:ext cx="7955661" cy="466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Managing all Networking information about GPU, CPU and Ping status</a:t>
          </a:r>
        </a:p>
      </dsp:txBody>
      <dsp:txXfrm>
        <a:off x="2178938" y="1493154"/>
        <a:ext cx="7955661" cy="466610"/>
      </dsp:txXfrm>
    </dsp:sp>
    <dsp:sp modelId="{FDE70AAD-D4DB-4F12-BA5C-670A3860F396}">
      <dsp:nvSpPr>
        <dsp:cNvPr id="0" name=""/>
        <dsp:cNvSpPr/>
      </dsp:nvSpPr>
      <dsp:spPr>
        <a:xfrm>
          <a:off x="2026919" y="1959765"/>
          <a:ext cx="8107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AFA0A-6913-474F-863A-DC6D7E59941A}">
      <dsp:nvSpPr>
        <dsp:cNvPr id="0" name=""/>
        <dsp:cNvSpPr/>
      </dsp:nvSpPr>
      <dsp:spPr>
        <a:xfrm>
          <a:off x="0" y="1984671"/>
          <a:ext cx="10134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2E61A4-F51F-4B23-8EC9-4A21D12C2CB4}">
      <dsp:nvSpPr>
        <dsp:cNvPr id="0" name=""/>
        <dsp:cNvSpPr/>
      </dsp:nvSpPr>
      <dsp:spPr>
        <a:xfrm>
          <a:off x="0" y="1984671"/>
          <a:ext cx="2026920" cy="1984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User:</a:t>
          </a:r>
        </a:p>
      </dsp:txBody>
      <dsp:txXfrm>
        <a:off x="0" y="1984671"/>
        <a:ext cx="2026920" cy="1984671"/>
      </dsp:txXfrm>
    </dsp:sp>
    <dsp:sp modelId="{F2A2E714-1CEC-4700-B152-72D9B4F9C67C}">
      <dsp:nvSpPr>
        <dsp:cNvPr id="0" name=""/>
        <dsp:cNvSpPr/>
      </dsp:nvSpPr>
      <dsp:spPr>
        <a:xfrm>
          <a:off x="2178938" y="2015681"/>
          <a:ext cx="7955661" cy="62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Login to system</a:t>
          </a:r>
        </a:p>
      </dsp:txBody>
      <dsp:txXfrm>
        <a:off x="2178938" y="2015681"/>
        <a:ext cx="7955661" cy="620209"/>
      </dsp:txXfrm>
    </dsp:sp>
    <dsp:sp modelId="{7B14471A-1142-4810-AE36-52FB915455A9}">
      <dsp:nvSpPr>
        <dsp:cNvPr id="0" name=""/>
        <dsp:cNvSpPr/>
      </dsp:nvSpPr>
      <dsp:spPr>
        <a:xfrm>
          <a:off x="2026919" y="2635891"/>
          <a:ext cx="8107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30963-DC63-4CB5-9281-8CEFB5132F88}">
      <dsp:nvSpPr>
        <dsp:cNvPr id="0" name=""/>
        <dsp:cNvSpPr/>
      </dsp:nvSpPr>
      <dsp:spPr>
        <a:xfrm>
          <a:off x="2178938" y="2666901"/>
          <a:ext cx="7955661" cy="62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Accessing admin dashboard of the server or network</a:t>
          </a:r>
        </a:p>
      </dsp:txBody>
      <dsp:txXfrm>
        <a:off x="2178938" y="2666901"/>
        <a:ext cx="7955661" cy="620209"/>
      </dsp:txXfrm>
    </dsp:sp>
    <dsp:sp modelId="{DC45F91C-99A0-496C-A23B-1764554C0C7A}">
      <dsp:nvSpPr>
        <dsp:cNvPr id="0" name=""/>
        <dsp:cNvSpPr/>
      </dsp:nvSpPr>
      <dsp:spPr>
        <a:xfrm>
          <a:off x="2026919" y="3287111"/>
          <a:ext cx="8107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20527A-7AA7-47D1-8B39-7B5AD9D1EC5D}">
      <dsp:nvSpPr>
        <dsp:cNvPr id="0" name=""/>
        <dsp:cNvSpPr/>
      </dsp:nvSpPr>
      <dsp:spPr>
        <a:xfrm>
          <a:off x="2178938" y="3318121"/>
          <a:ext cx="7955661" cy="62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View and Download report and Test cases</a:t>
          </a:r>
        </a:p>
      </dsp:txBody>
      <dsp:txXfrm>
        <a:off x="2178938" y="3318121"/>
        <a:ext cx="7955661" cy="620209"/>
      </dsp:txXfrm>
    </dsp:sp>
    <dsp:sp modelId="{BEB42B95-19DB-4332-84CF-A29619BDF915}">
      <dsp:nvSpPr>
        <dsp:cNvPr id="0" name=""/>
        <dsp:cNvSpPr/>
      </dsp:nvSpPr>
      <dsp:spPr>
        <a:xfrm>
          <a:off x="2026919" y="3938331"/>
          <a:ext cx="8107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359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7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656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9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5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6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9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2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0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3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8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1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Freeform: Shape 1039">
            <a:extLst>
              <a:ext uri="{FF2B5EF4-FFF2-40B4-BE49-F238E27FC236}">
                <a16:creationId xmlns:a16="http://schemas.microsoft.com/office/drawing/2014/main" id="{9EB54D17-3792-403D-9127-495845021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op 5 Data Center Environmental Monitoring Systems">
            <a:extLst>
              <a:ext uri="{FF2B5EF4-FFF2-40B4-BE49-F238E27FC236}">
                <a16:creationId xmlns:a16="http://schemas.microsoft.com/office/drawing/2014/main" id="{5A16B3EA-6097-616A-C7AC-B38B9D4D1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80" cy="685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CA1B8-CEBC-255F-9E11-1137E78D6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8883" y="1000366"/>
            <a:ext cx="3995397" cy="12396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000" b="1" cap="none" dirty="0"/>
              <a:t>Data Center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87882-C7FF-7639-9DAB-A882F0063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8883" y="2884395"/>
            <a:ext cx="3950677" cy="246914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Lakshmi Indrasena Reddy Bandi</a:t>
            </a:r>
          </a:p>
          <a:p>
            <a:pPr>
              <a:lnSpc>
                <a:spcPct val="110000"/>
              </a:lnSpc>
            </a:pPr>
            <a:r>
              <a:rPr lang="en-US" dirty="0"/>
              <a:t>614785086</a:t>
            </a:r>
          </a:p>
          <a:p>
            <a:pPr>
              <a:lnSpc>
                <a:spcPct val="110000"/>
              </a:lnSpc>
            </a:pPr>
            <a:r>
              <a:rPr lang="en-US" dirty="0"/>
              <a:t>Data Center Technician</a:t>
            </a:r>
          </a:p>
          <a:p>
            <a:pPr>
              <a:lnSpc>
                <a:spcPct val="110000"/>
              </a:lnSpc>
            </a:pPr>
            <a:r>
              <a:rPr lang="en-US" dirty="0"/>
              <a:t>Tamkang University</a:t>
            </a:r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2543656"/>
            <a:ext cx="867485" cy="115439"/>
            <a:chOff x="8910933" y="1861308"/>
            <a:chExt cx="867485" cy="115439"/>
          </a:xfrm>
        </p:grpSpPr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081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B9B45BA3-2F57-151F-3083-E11B53E14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48EF695B-E7DE-4164-862A-9CD06DFB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7458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C32CB-D108-ACBC-F02C-FF6335E7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441" y="1000366"/>
            <a:ext cx="3995397" cy="1239627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What is Data Center Monitoring System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0559B-29FD-AA46-F3E1-72C903E9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441" y="2884395"/>
            <a:ext cx="3950677" cy="246914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900" dirty="0"/>
              <a:t>A </a:t>
            </a:r>
            <a:r>
              <a:rPr lang="en-US" sz="1900" b="1" dirty="0"/>
              <a:t>Data Center Monitoring System (DCMS)</a:t>
            </a:r>
            <a:r>
              <a:rPr lang="en-US" sz="1900" dirty="0"/>
              <a:t> is a combination of hardware and software designed to track the health, performance, and environment of a data center in real time. It acts as the "nervous system" of the facility, ensuring that mission-critical servers and data remain safe and operational.</a:t>
            </a:r>
          </a:p>
          <a:p>
            <a:pPr algn="ctr">
              <a:lnSpc>
                <a:spcPct val="100000"/>
              </a:lnSpc>
            </a:pPr>
            <a:endParaRPr lang="en-US" sz="1900" dirty="0"/>
          </a:p>
          <a:p>
            <a:pPr algn="ctr">
              <a:lnSpc>
                <a:spcPct val="100000"/>
              </a:lnSpc>
            </a:pPr>
            <a:endParaRPr lang="en-US" sz="19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44037" y="2543656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136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C9656C-AED6-412E-9226-B7F19640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C820D-D527-47CE-ABB0-DA0BB5B0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DD315B-AEF9-490C-9438-C80F8040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9026"/>
            <a:ext cx="11891037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61815-3372-42F2-FBA1-5DBD6B39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28700"/>
            <a:ext cx="4038600" cy="48006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b="1">
                <a:latin typeface="Arial" panose="020B0604020202020204" pitchFamily="34" charset="0"/>
              </a:rPr>
              <a:t>The Core Pillars of Monitoring</a:t>
            </a:r>
            <a:br>
              <a:rPr lang="en-US" altLang="en-US" b="1">
                <a:latin typeface="Arial" panose="020B0604020202020204" pitchFamily="34" charset="0"/>
              </a:rPr>
            </a:br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3CE2F59-5CA8-4949-331E-208328C15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147780"/>
              </p:ext>
            </p:extLst>
          </p:nvPr>
        </p:nvGraphicFramePr>
        <p:xfrm>
          <a:off x="6095999" y="868197"/>
          <a:ext cx="5343083" cy="5121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1330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C9656C-AED6-412E-9226-B7F19640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C820D-D527-47CE-ABB0-DA0BB5B0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DD315B-AEF9-490C-9438-C80F8040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9026"/>
            <a:ext cx="11891037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FF864-9D3C-4184-519D-A9D421D8B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28700"/>
            <a:ext cx="4038600" cy="48006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b="1" dirty="0">
                <a:latin typeface="Arial" panose="020B0604020202020204" pitchFamily="34" charset="0"/>
              </a:rPr>
              <a:t>How the System Works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DF1545D-3D0E-0D5A-0854-F0B3A2EBA9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491938"/>
              </p:ext>
            </p:extLst>
          </p:nvPr>
        </p:nvGraphicFramePr>
        <p:xfrm>
          <a:off x="6095999" y="868197"/>
          <a:ext cx="5343083" cy="5121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84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4" name="Rectangle 4123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798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Why Should Data Center Elements be Monitored? | NEX Datacenter">
            <a:extLst>
              <a:ext uri="{FF2B5EF4-FFF2-40B4-BE49-F238E27FC236}">
                <a16:creationId xmlns:a16="http://schemas.microsoft.com/office/drawing/2014/main" id="{27F2DBD3-993D-8B78-168F-94FA427F2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5" r="7926" b="-1"/>
          <a:stretch>
            <a:fillRect/>
          </a:stretch>
        </p:blipFill>
        <p:spPr bwMode="auto">
          <a:xfrm>
            <a:off x="20" y="-5798"/>
            <a:ext cx="12191980" cy="686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6" name="Rectangle 4125">
            <a:extLst>
              <a:ext uri="{FF2B5EF4-FFF2-40B4-BE49-F238E27FC236}">
                <a16:creationId xmlns:a16="http://schemas.microsoft.com/office/drawing/2014/main" id="{EA7FD6EC-4D99-4AB0-9AC8-CFBD9D47C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1" y="723900"/>
            <a:ext cx="10744199" cy="5398604"/>
          </a:xfrm>
          <a:prstGeom prst="rect">
            <a:avLst/>
          </a:pr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4D4ED-38AF-C0AB-74A8-49CBCB5F5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829" y="1074057"/>
            <a:ext cx="8476343" cy="1033077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Tech Stacks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0A24-F240-FE36-8CEF-9E83C5C47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812" y="2594389"/>
            <a:ext cx="6508377" cy="244770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700" dirty="0"/>
              <a:t>Python – Develop the website backed and SQL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700" dirty="0" err="1"/>
              <a:t>Streamlit</a:t>
            </a:r>
            <a:r>
              <a:rPr lang="en-US" sz="1700" dirty="0"/>
              <a:t> – framework host and display the web app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700" dirty="0"/>
              <a:t>Pandas – Python framework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700" dirty="0" err="1"/>
              <a:t>Sqlite</a:t>
            </a:r>
            <a:r>
              <a:rPr lang="en-US" sz="1700" dirty="0"/>
              <a:t> – my database to store my report and system information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700" dirty="0" err="1"/>
              <a:t>Pustil</a:t>
            </a:r>
            <a:endParaRPr lang="en-US" sz="17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1700" dirty="0"/>
              <a:t>GitHub – to store my project</a:t>
            </a:r>
          </a:p>
          <a:p>
            <a:pPr algn="ctr">
              <a:lnSpc>
                <a:spcPct val="100000"/>
              </a:lnSpc>
            </a:pPr>
            <a:endParaRPr lang="en-US" sz="1700" dirty="0"/>
          </a:p>
        </p:txBody>
      </p:sp>
      <p:grpSp>
        <p:nvGrpSpPr>
          <p:cNvPr id="4128" name="Group 4127">
            <a:extLst>
              <a:ext uri="{FF2B5EF4-FFF2-40B4-BE49-F238E27FC236}">
                <a16:creationId xmlns:a16="http://schemas.microsoft.com/office/drawing/2014/main" id="{D5ADB088-C125-457F-9C61-DFE21DCEF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5357309"/>
            <a:ext cx="867485" cy="115439"/>
            <a:chOff x="8910933" y="1861308"/>
            <a:chExt cx="867485" cy="115439"/>
          </a:xfrm>
        </p:grpSpPr>
        <p:sp>
          <p:nvSpPr>
            <p:cNvPr id="4129" name="Rectangle 4128">
              <a:extLst>
                <a:ext uri="{FF2B5EF4-FFF2-40B4-BE49-F238E27FC236}">
                  <a16:creationId xmlns:a16="http://schemas.microsoft.com/office/drawing/2014/main" id="{6DE177E3-7A50-4A27-B466-79375BA1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30" name="Straight Connector 4129">
              <a:extLst>
                <a:ext uri="{FF2B5EF4-FFF2-40B4-BE49-F238E27FC236}">
                  <a16:creationId xmlns:a16="http://schemas.microsoft.com/office/drawing/2014/main" id="{6F53D207-3550-41FA-BBC0-A5220E734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Straight Connector 4130">
              <a:extLst>
                <a:ext uri="{FF2B5EF4-FFF2-40B4-BE49-F238E27FC236}">
                  <a16:creationId xmlns:a16="http://schemas.microsoft.com/office/drawing/2014/main" id="{6EF5A581-4EC8-4E1B-BF64-8A1FE8530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210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9EBD-D4F3-5A08-4A71-1F4B6E3B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 &amp; Architecture 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5CCEE63-8109-0CB9-E33E-E43A80C63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912726"/>
              </p:ext>
            </p:extLst>
          </p:nvPr>
        </p:nvGraphicFramePr>
        <p:xfrm>
          <a:off x="1028700" y="2161903"/>
          <a:ext cx="10134600" cy="3969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085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E8BA-FAEE-65E3-B3C3-12126259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61" y="-125186"/>
            <a:ext cx="10134600" cy="1288489"/>
          </a:xfrm>
        </p:spPr>
        <p:txBody>
          <a:bodyPr/>
          <a:lstStyle/>
          <a:p>
            <a:r>
              <a:rPr lang="en-US" dirty="0"/>
              <a:t>My final Project Data Center Monitoring System</a:t>
            </a:r>
          </a:p>
        </p:txBody>
      </p:sp>
      <p:pic>
        <p:nvPicPr>
          <p:cNvPr id="5" name="Content Placeholder 4" descr="A computer login page&#10;&#10;AI-generated content may be incorrect.">
            <a:extLst>
              <a:ext uri="{FF2B5EF4-FFF2-40B4-BE49-F238E27FC236}">
                <a16:creationId xmlns:a16="http://schemas.microsoft.com/office/drawing/2014/main" id="{B67276F5-A170-5EFB-4B58-B43CA9442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161" y="1384159"/>
            <a:ext cx="10516735" cy="43526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6ABC16-EFB3-3AC1-66F1-C3EED62AFAE2}"/>
              </a:ext>
            </a:extLst>
          </p:cNvPr>
          <p:cNvSpPr txBox="1"/>
          <p:nvPr/>
        </p:nvSpPr>
        <p:spPr>
          <a:xfrm>
            <a:off x="1587239" y="5965371"/>
            <a:ext cx="9017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Web App Front Page</a:t>
            </a:r>
          </a:p>
        </p:txBody>
      </p:sp>
    </p:spTree>
    <p:extLst>
      <p:ext uri="{BB962C8B-B14F-4D97-AF65-F5344CB8AC3E}">
        <p14:creationId xmlns:p14="http://schemas.microsoft.com/office/powerpoint/2010/main" val="285178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B671-0763-0D35-A8C1-A8F8077C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Login View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416561-50DF-AB85-B2B3-6B0702A4A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7812" y="2162175"/>
            <a:ext cx="7956376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50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8004-E2A0-72CD-77DD-516D5AE8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Report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5D6303-1740-FBDD-B07F-34CE60446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0180" y="2162175"/>
            <a:ext cx="7951640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4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836B-B021-2C6A-F035-ED7F214E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Test Report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C83C90-E37F-8D48-A3AC-2D6AAE0FE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320" y="2162175"/>
            <a:ext cx="7923359" cy="3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6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D3B3C7E-BC2D-4436-8B03-AC421FA66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9B5D0C1-066E-4C02-A6B8-59FAE4A1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FBE11A49-02A1-4D4C-9A49-CDF496B10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614421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55C36E-9F3B-5FCC-AA52-DE892CBC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340" y="1066800"/>
            <a:ext cx="3931320" cy="22671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cap="all" spc="39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006FA-DEF9-E81B-ACA5-5658E7E6FAF1}"/>
              </a:ext>
            </a:extLst>
          </p:cNvPr>
          <p:cNvSpPr txBox="1"/>
          <p:nvPr/>
        </p:nvSpPr>
        <p:spPr>
          <a:xfrm>
            <a:off x="1082340" y="4327781"/>
            <a:ext cx="3931321" cy="1033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Let's move on to the presentation Demonstration of my Final Project.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C157AB48-03F1-0294-B44B-AAF437B66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7432" y="723900"/>
            <a:ext cx="5429236" cy="5429236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3871114"/>
            <a:ext cx="867485" cy="115439"/>
            <a:chOff x="8910933" y="1861308"/>
            <a:chExt cx="867485" cy="115439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7124843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444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Bembo</vt:lpstr>
      <vt:lpstr>AdornVTI</vt:lpstr>
      <vt:lpstr>Data Center Monitoring System</vt:lpstr>
      <vt:lpstr>What is Data Center Monitoring System</vt:lpstr>
      <vt:lpstr>The Core Pillars of Monitoring </vt:lpstr>
      <vt:lpstr>How the System Works</vt:lpstr>
      <vt:lpstr>Tech Stacks</vt:lpstr>
      <vt:lpstr>System Design &amp; Architecture </vt:lpstr>
      <vt:lpstr>My final Project Data Center Monitoring System</vt:lpstr>
      <vt:lpstr>Admin Login View</vt:lpstr>
      <vt:lpstr>Generate Report</vt:lpstr>
      <vt:lpstr>Summary and Test Report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INDRASENA REDDY BANDI</dc:creator>
  <cp:lastModifiedBy>LAKSHMI INDRASENA REDDY BANDI</cp:lastModifiedBy>
  <cp:revision>1</cp:revision>
  <dcterms:created xsi:type="dcterms:W3CDTF">2025-12-31T05:20:20Z</dcterms:created>
  <dcterms:modified xsi:type="dcterms:W3CDTF">2025-12-31T06:27:21Z</dcterms:modified>
</cp:coreProperties>
</file>